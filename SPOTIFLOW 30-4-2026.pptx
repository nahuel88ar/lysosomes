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media/image12.wmf" ContentType="image/x-wmf"/>
  <Override PartName="/ppt/media/image11.wmf" ContentType="image/x-wmf"/>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pic>
        <p:nvPicPr>
          <p:cNvPr id="2" name="Picture 10"/>
          <p:cNvPicPr/>
          <p:nvPr/>
        </p:nvPicPr>
        <p:blipFill>
          <a:blip r:embed="rId2"/>
          <a:stretch/>
        </p:blipFill>
        <p:spPr>
          <a:xfrm>
            <a:off x="0" y="0"/>
            <a:ext cx="12176640" cy="6842520"/>
          </a:xfrm>
          <a:prstGeom prst="rect">
            <a:avLst/>
          </a:prstGeom>
          <a:noFill/>
          <a:ln w="9525">
            <a:noFill/>
          </a:ln>
        </p:spPr>
      </p:pic>
      <p:sp>
        <p:nvSpPr>
          <p:cNvPr id="3" name="PlaceHolder 1"/>
          <p:cNvSpPr>
            <a:spLocks noGrp="1"/>
          </p:cNvSpPr>
          <p:nvPr>
            <p:ph type="title"/>
          </p:nvPr>
        </p:nvSpPr>
        <p:spPr>
          <a:xfrm>
            <a:off x="8839080" y="190440"/>
            <a:ext cx="2727720" cy="5921640"/>
          </a:xfrm>
          <a:prstGeom prst="rect">
            <a:avLst/>
          </a:prstGeom>
          <a:noFill/>
          <a:ln w="9360">
            <a:noFill/>
          </a:ln>
        </p:spPr>
        <p:txBody>
          <a:bodyPr lIns="45000" rIns="45000" tIns="90000" bIns="90000" anchor="ctr" vert="eaVert">
            <a:noAutofit/>
          </a:bodyPr>
          <a:p>
            <a:pPr indent="0">
              <a:lnSpc>
                <a:spcPct val="100000"/>
              </a:lnSpc>
              <a:buNone/>
              <a:tabLst>
                <a:tab algn="l" pos="0"/>
              </a:tabLst>
            </a:pPr>
            <a:r>
              <a:rPr lang="en-US" sz="3600" b="0" u="none" strike="noStrike">
                <a:solidFill>
                  <a:schemeClr val="dk1"/>
                </a:solidFill>
                <a:effectLst/>
                <a:uFillTx/>
                <a:latin typeface="Arial"/>
                <a:ea typeface="SimSun"/>
              </a:rPr>
              <a:t>Click to edit Master title style</a:t>
            </a:r>
            <a:endParaRPr lang="en-US" sz="3600" b="0" u="none" strike="noStrike">
              <a:solidFill>
                <a:srgbClr val="000000"/>
              </a:solidFill>
              <a:effectLst/>
              <a:uFillTx/>
              <a:latin typeface="Arial"/>
            </a:endParaRPr>
          </a:p>
        </p:txBody>
      </p:sp>
      <p:sp>
        <p:nvSpPr>
          <p:cNvPr id="4" name="PlaceHolder 2"/>
          <p:cNvSpPr>
            <a:spLocks noGrp="1"/>
          </p:cNvSpPr>
          <p:nvPr>
            <p:ph type="body"/>
          </p:nvPr>
        </p:nvSpPr>
        <p:spPr>
          <a:xfrm>
            <a:off x="609480" y="190440"/>
            <a:ext cx="8011080" cy="5921640"/>
          </a:xfrm>
          <a:prstGeom prst="rect">
            <a:avLst/>
          </a:prstGeom>
          <a:noFill/>
          <a:ln w="9360">
            <a:noFill/>
          </a:ln>
        </p:spPr>
        <p:txBody>
          <a:bodyPr lIns="45000" rIns="45000" tIns="90000" bIns="90000" anchor="t" vert="eaVert">
            <a:noAutofit/>
          </a:bodyPr>
          <a:p>
            <a:pPr marL="343080" indent="-343080">
              <a:lnSpc>
                <a:spcPct val="100000"/>
              </a:lnSpc>
              <a:spcBef>
                <a:spcPts val="641"/>
              </a:spcBef>
              <a:buClr>
                <a:srgbClr val="000000"/>
              </a:buClr>
              <a:buFont typeface="Symbol" charset="2"/>
              <a:buChar char=""/>
            </a:pPr>
            <a:r>
              <a:rPr lang="en-US" sz="3200" b="0" u="none" strike="noStrike">
                <a:solidFill>
                  <a:schemeClr val="dk1"/>
                </a:solidFill>
                <a:effectLst/>
                <a:uFillTx/>
                <a:latin typeface="Arial"/>
                <a:ea typeface="SimSun"/>
              </a:rPr>
              <a:t>Click to edit Master text styles</a:t>
            </a:r>
            <a:endParaRPr lang="en-US" sz="3200" b="0" u="none" strike="noStrike">
              <a:solidFill>
                <a:srgbClr val="000000"/>
              </a:solidFill>
              <a:effectLst/>
              <a:uFillTx/>
              <a:latin typeface="Arial"/>
            </a:endParaRPr>
          </a:p>
          <a:p>
            <a:pPr marL="743040" lvl="1" indent="-285840">
              <a:lnSpc>
                <a:spcPct val="100000"/>
              </a:lnSpc>
              <a:spcBef>
                <a:spcPts val="561"/>
              </a:spcBef>
              <a:buClr>
                <a:srgbClr val="000000"/>
              </a:buClr>
              <a:buFont typeface="Symbol" charset="2"/>
              <a:buChar char=""/>
            </a:pPr>
            <a:r>
              <a:rPr lang="en-US" sz="2800" b="0" u="none" strike="noStrike">
                <a:solidFill>
                  <a:schemeClr val="dk1"/>
                </a:solidFill>
                <a:effectLst/>
                <a:uFillTx/>
                <a:latin typeface="Arial"/>
                <a:ea typeface="SimSun"/>
              </a:rPr>
              <a:t>Second level</a:t>
            </a:r>
            <a:endParaRPr lang="en-US" sz="2800" b="0" u="none" strike="noStrike">
              <a:solidFill>
                <a:srgbClr val="000000"/>
              </a:solidFill>
              <a:effectLst/>
              <a:uFillTx/>
              <a:latin typeface="Arial"/>
            </a:endParaRPr>
          </a:p>
          <a:p>
            <a:pPr marL="1143000" lvl="2" indent="-228600">
              <a:lnSpc>
                <a:spcPct val="100000"/>
              </a:lnSpc>
              <a:spcBef>
                <a:spcPts val="479"/>
              </a:spcBef>
              <a:buClr>
                <a:srgbClr val="000000"/>
              </a:buClr>
              <a:buFont typeface="Symbol" charset="2"/>
              <a:buChar char=""/>
            </a:pPr>
            <a:r>
              <a:rPr lang="en-US" sz="2400" b="0" u="none" strike="noStrike">
                <a:solidFill>
                  <a:schemeClr val="dk1"/>
                </a:solidFill>
                <a:effectLst/>
                <a:uFillTx/>
                <a:latin typeface="Arial"/>
                <a:ea typeface="SimSun"/>
              </a:rPr>
              <a:t>Third level</a:t>
            </a:r>
            <a:endParaRPr lang="en-US" sz="2400" b="0" u="none" strike="noStrike">
              <a:solidFill>
                <a:srgbClr val="000000"/>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SimSun"/>
              </a:rPr>
              <a:t>Fourth level</a:t>
            </a:r>
            <a:endParaRPr lang="en-US" sz="2000" b="0" u="none" strike="noStrike">
              <a:solidFill>
                <a:srgbClr val="000000"/>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SimSun"/>
              </a:rPr>
              <a:t>Fifth level</a:t>
            </a:r>
            <a:endParaRPr lang="en-US" sz="2000" b="0" u="none" strike="noStrike">
              <a:solidFill>
                <a:srgbClr val="000000"/>
              </a:solidFill>
              <a:effectLst/>
              <a:uFillTx/>
              <a:latin typeface="Arial"/>
            </a:endParaRPr>
          </a:p>
        </p:txBody>
      </p:sp>
      <p:sp>
        <p:nvSpPr>
          <p:cNvPr id="5" name="PlaceHolder 3"/>
          <p:cNvSpPr>
            <a:spLocks noGrp="1"/>
          </p:cNvSpPr>
          <p:nvPr>
            <p:ph type="dt" idx="1"/>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pic>
        <p:nvPicPr>
          <p:cNvPr id="8" name="Picture 10"/>
          <p:cNvPicPr/>
          <p:nvPr/>
        </p:nvPicPr>
        <p:blipFill>
          <a:blip r:embed="rId2"/>
          <a:stretch/>
        </p:blipFill>
        <p:spPr>
          <a:xfrm>
            <a:off x="0" y="0"/>
            <a:ext cx="12176640" cy="6842520"/>
          </a:xfrm>
          <a:prstGeom prst="rect">
            <a:avLst/>
          </a:prstGeom>
          <a:noFill/>
          <a:ln w="9525">
            <a:noFill/>
          </a:ln>
        </p:spPr>
      </p:pic>
      <p:sp>
        <p:nvSpPr>
          <p:cNvPr id="9" name="PlaceHolder 1"/>
          <p:cNvSpPr>
            <a:spLocks noGrp="1"/>
          </p:cNvSpPr>
          <p:nvPr>
            <p:ph type="title"/>
          </p:nvPr>
        </p:nvSpPr>
        <p:spPr>
          <a:xfrm>
            <a:off x="840240" y="457200"/>
            <a:ext cx="3917160" cy="1584720"/>
          </a:xfrm>
          <a:prstGeom prst="rect">
            <a:avLst/>
          </a:prstGeom>
          <a:noFill/>
          <a:ln w="9360">
            <a:noFill/>
          </a:ln>
        </p:spPr>
        <p:txBody>
          <a:bodyPr lIns="90000" rIns="90000" tIns="45000" bIns="45000" anchor="b">
            <a:noAutofit/>
          </a:bodyPr>
          <a:p>
            <a:pPr indent="0">
              <a:lnSpc>
                <a:spcPct val="100000"/>
              </a:lnSpc>
              <a:buNone/>
              <a:tabLst>
                <a:tab algn="l" pos="0"/>
              </a:tabLst>
            </a:pPr>
            <a:r>
              <a:rPr lang="en-US" sz="3200" b="0" u="none" strike="noStrike">
                <a:solidFill>
                  <a:schemeClr val="dk1"/>
                </a:solidFill>
                <a:effectLst/>
                <a:uFillTx/>
                <a:latin typeface="Arial"/>
                <a:ea typeface="SimSun"/>
              </a:rPr>
              <a:t>Click to edit Master title style</a:t>
            </a:r>
            <a:endParaRPr lang="en-US" sz="3200" b="0" u="none" strike="noStrike">
              <a:solidFill>
                <a:srgbClr val="000000"/>
              </a:solidFill>
              <a:effectLst/>
              <a:uFillTx/>
              <a:latin typeface="Arial"/>
            </a:endParaRPr>
          </a:p>
        </p:txBody>
      </p:sp>
      <p:sp>
        <p:nvSpPr>
          <p:cNvPr id="10" name="PlaceHolder 2"/>
          <p:cNvSpPr>
            <a:spLocks noGrp="1"/>
          </p:cNvSpPr>
          <p:nvPr>
            <p:ph type="body"/>
          </p:nvPr>
        </p:nvSpPr>
        <p:spPr>
          <a:xfrm>
            <a:off x="5183640" y="987480"/>
            <a:ext cx="6156720" cy="485820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lang="en-US" sz="3200" b="0" u="none" strike="noStrike">
                <a:solidFill>
                  <a:schemeClr val="dk1"/>
                </a:solidFill>
                <a:effectLst/>
                <a:uFillTx/>
                <a:latin typeface="Arial"/>
                <a:ea typeface="SimSun"/>
              </a:rPr>
              <a:t>Click to edit Master text styles</a:t>
            </a:r>
            <a:endParaRPr lang="en-US" sz="3200" b="0" u="none" strike="noStrike">
              <a:solidFill>
                <a:srgbClr val="000000"/>
              </a:solidFill>
              <a:effectLst/>
              <a:uFillTx/>
              <a:latin typeface="Arial"/>
            </a:endParaRPr>
          </a:p>
          <a:p>
            <a:pPr marL="743040" lvl="1" indent="-285840">
              <a:lnSpc>
                <a:spcPct val="100000"/>
              </a:lnSpc>
              <a:spcBef>
                <a:spcPts val="561"/>
              </a:spcBef>
              <a:buClr>
                <a:srgbClr val="000000"/>
              </a:buClr>
              <a:buFont typeface="Symbol" charset="2"/>
              <a:buChar char=""/>
            </a:pPr>
            <a:r>
              <a:rPr lang="en-US" sz="2800" b="0" u="none" strike="noStrike">
                <a:solidFill>
                  <a:schemeClr val="dk1"/>
                </a:solidFill>
                <a:effectLst/>
                <a:uFillTx/>
                <a:latin typeface="Arial"/>
                <a:ea typeface="SimSun"/>
              </a:rPr>
              <a:t>Second level</a:t>
            </a:r>
            <a:endParaRPr lang="en-US" sz="2800" b="0" u="none" strike="noStrike">
              <a:solidFill>
                <a:srgbClr val="000000"/>
              </a:solidFill>
              <a:effectLst/>
              <a:uFillTx/>
              <a:latin typeface="Arial"/>
            </a:endParaRPr>
          </a:p>
          <a:p>
            <a:pPr marL="1143000" lvl="2" indent="-228600">
              <a:lnSpc>
                <a:spcPct val="100000"/>
              </a:lnSpc>
              <a:spcBef>
                <a:spcPts val="479"/>
              </a:spcBef>
              <a:buClr>
                <a:srgbClr val="000000"/>
              </a:buClr>
              <a:buFont typeface="Symbol" charset="2"/>
              <a:buChar char=""/>
            </a:pPr>
            <a:r>
              <a:rPr lang="en-US" sz="2400" b="0" u="none" strike="noStrike">
                <a:solidFill>
                  <a:schemeClr val="dk1"/>
                </a:solidFill>
                <a:effectLst/>
                <a:uFillTx/>
                <a:latin typeface="Arial"/>
                <a:ea typeface="SimSun"/>
              </a:rPr>
              <a:t>Third level</a:t>
            </a:r>
            <a:endParaRPr lang="en-US" sz="2400" b="0" u="none" strike="noStrike">
              <a:solidFill>
                <a:srgbClr val="000000"/>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SimSun"/>
              </a:rPr>
              <a:t>Fourth level</a:t>
            </a:r>
            <a:endParaRPr lang="en-US" sz="2000" b="0" u="none" strike="noStrike">
              <a:solidFill>
                <a:srgbClr val="000000"/>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SimSun"/>
              </a:rPr>
              <a:t>Fifth level</a:t>
            </a:r>
            <a:endParaRPr lang="en-US" sz="2000" b="0" u="none" strike="noStrike">
              <a:solidFill>
                <a:srgbClr val="000000"/>
              </a:solidFill>
              <a:effectLst/>
              <a:uFillTx/>
              <a:latin typeface="Arial"/>
            </a:endParaRPr>
          </a:p>
        </p:txBody>
      </p:sp>
      <p:sp>
        <p:nvSpPr>
          <p:cNvPr id="11" name="PlaceHolder 3"/>
          <p:cNvSpPr>
            <a:spLocks noGrp="1"/>
          </p:cNvSpPr>
          <p:nvPr>
            <p:ph type="body"/>
          </p:nvPr>
        </p:nvSpPr>
        <p:spPr>
          <a:xfrm>
            <a:off x="840240" y="2057400"/>
            <a:ext cx="3917160" cy="3796200"/>
          </a:xfrm>
          <a:prstGeom prst="rect">
            <a:avLst/>
          </a:prstGeom>
          <a:noFill/>
          <a:ln w="9360">
            <a:noFill/>
          </a:ln>
        </p:spPr>
        <p:txBody>
          <a:bodyPr lIns="90000" rIns="90000" tIns="45000" bIns="45000" anchor="t">
            <a:noAutofit/>
          </a:bodyPr>
          <a:p>
            <a:pPr indent="0">
              <a:lnSpc>
                <a:spcPct val="100000"/>
              </a:lnSpc>
              <a:spcBef>
                <a:spcPts val="320"/>
              </a:spcBef>
              <a:buNone/>
              <a:tabLst>
                <a:tab algn="l" pos="0"/>
              </a:tabLst>
            </a:pPr>
            <a:r>
              <a:rPr lang="en-US" sz="1600" b="0" u="none" strike="noStrike">
                <a:solidFill>
                  <a:schemeClr val="dk1"/>
                </a:solidFill>
                <a:effectLst/>
                <a:uFillTx/>
                <a:latin typeface="Arial"/>
                <a:ea typeface="SimSun"/>
              </a:rPr>
              <a:t>Click to edit Master text styles</a:t>
            </a:r>
            <a:endParaRPr lang="en-US" sz="1600" b="0" u="none" strike="noStrike">
              <a:solidFill>
                <a:srgbClr val="000000"/>
              </a:solidFill>
              <a:effectLst/>
              <a:uFillTx/>
              <a:latin typeface="Arial"/>
            </a:endParaRPr>
          </a:p>
        </p:txBody>
      </p:sp>
      <p:sp>
        <p:nvSpPr>
          <p:cNvPr id="12" name="PlaceHolder 4"/>
          <p:cNvSpPr>
            <a:spLocks noGrp="1"/>
          </p:cNvSpPr>
          <p:nvPr>
            <p:ph type="dt" idx="4"/>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13" name="PlaceHolder 5"/>
          <p:cNvSpPr>
            <a:spLocks noGrp="1"/>
          </p:cNvSpPr>
          <p:nvPr>
            <p:ph type="ftr" idx="5"/>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14" name="PlaceHolder 6"/>
          <p:cNvSpPr>
            <a:spLocks noGrp="1"/>
          </p:cNvSpPr>
          <p:nvPr>
            <p:ph type="sldNum" idx="6"/>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pic>
        <p:nvPicPr>
          <p:cNvPr id="15" name="Picture 10"/>
          <p:cNvPicPr/>
          <p:nvPr/>
        </p:nvPicPr>
        <p:blipFill>
          <a:blip r:embed="rId2"/>
          <a:stretch/>
        </p:blipFill>
        <p:spPr>
          <a:xfrm>
            <a:off x="0" y="0"/>
            <a:ext cx="12176640" cy="6842520"/>
          </a:xfrm>
          <a:prstGeom prst="rect">
            <a:avLst/>
          </a:prstGeom>
          <a:noFill/>
          <a:ln w="9525">
            <a:noFill/>
          </a:ln>
        </p:spPr>
      </p:pic>
      <p:sp>
        <p:nvSpPr>
          <p:cNvPr id="16" name="PlaceHolder 1"/>
          <p:cNvSpPr>
            <a:spLocks noGrp="1"/>
          </p:cNvSpPr>
          <p:nvPr>
            <p:ph type="title"/>
          </p:nvPr>
        </p:nvSpPr>
        <p:spPr>
          <a:xfrm>
            <a:off x="840240" y="457200"/>
            <a:ext cx="3917160" cy="1584720"/>
          </a:xfrm>
          <a:prstGeom prst="rect">
            <a:avLst/>
          </a:prstGeom>
          <a:noFill/>
          <a:ln w="9360">
            <a:noFill/>
          </a:ln>
        </p:spPr>
        <p:txBody>
          <a:bodyPr lIns="90000" rIns="90000" tIns="45000" bIns="45000" anchor="b">
            <a:noAutofit/>
          </a:bodyPr>
          <a:p>
            <a:pPr indent="0">
              <a:lnSpc>
                <a:spcPct val="100000"/>
              </a:lnSpc>
              <a:buNone/>
              <a:tabLst>
                <a:tab algn="l" pos="0"/>
              </a:tabLst>
            </a:pPr>
            <a:r>
              <a:rPr lang="en-US" sz="3200" b="0" u="none" strike="noStrike">
                <a:solidFill>
                  <a:schemeClr val="dk1"/>
                </a:solidFill>
                <a:effectLst/>
                <a:uFillTx/>
                <a:latin typeface="Arial"/>
                <a:ea typeface="SimSun"/>
              </a:rPr>
              <a:t>Click to edit Master title style</a:t>
            </a:r>
            <a:endParaRPr lang="en-US" sz="3200" b="0" u="none" strike="noStrike">
              <a:solidFill>
                <a:srgbClr val="000000"/>
              </a:solidFill>
              <a:effectLst/>
              <a:uFillTx/>
              <a:latin typeface="Arial"/>
            </a:endParaRPr>
          </a:p>
        </p:txBody>
      </p:sp>
      <p:sp>
        <p:nvSpPr>
          <p:cNvPr id="17" name="PlaceHolder 2"/>
          <p:cNvSpPr>
            <a:spLocks noGrp="1"/>
          </p:cNvSpPr>
          <p:nvPr>
            <p:ph type="body"/>
          </p:nvPr>
        </p:nvSpPr>
        <p:spPr>
          <a:xfrm>
            <a:off x="5183640" y="987480"/>
            <a:ext cx="6156720" cy="4858200"/>
          </a:xfrm>
          <a:prstGeom prst="rect">
            <a:avLst/>
          </a:prstGeom>
          <a:noFill/>
          <a:ln w="0">
            <a:noFill/>
          </a:ln>
        </p:spPr>
        <p:txBody>
          <a:bodyPr numCol="1" spcCol="0" lIns="91440" rIns="91440" tIns="45720" bIns="45720" anchor="t">
            <a:noAutofit/>
          </a:bodyPr>
          <a:p>
            <a:pPr marL="431640" indent="-324000">
              <a:lnSpc>
                <a:spcPct val="100000"/>
              </a:lnSpc>
              <a:spcBef>
                <a:spcPts val="1414"/>
              </a:spcBef>
              <a:buClr>
                <a:srgbClr val="000000"/>
              </a:buClr>
              <a:buSzPct val="45000"/>
              <a:buFont typeface="Wingdings" charset="2"/>
              <a:buChar char=""/>
            </a:pPr>
            <a:r>
              <a:rPr lang="en-US" sz="3200" b="0" u="none" strike="noStrike">
                <a:solidFill>
                  <a:schemeClr val="dk1"/>
                </a:solidFill>
                <a:effectLst/>
                <a:uFillTx/>
                <a:latin typeface="Arial"/>
              </a:rPr>
              <a:t>Click to edit the outline text format</a:t>
            </a:r>
            <a:endParaRPr lang="en-US" sz="3200" b="0" u="none" strike="noStrike">
              <a:solidFill>
                <a:srgbClr val="000000"/>
              </a:solidFill>
              <a:effectLst/>
              <a:uFillTx/>
              <a:latin typeface="Arial"/>
            </a:endParaRPr>
          </a:p>
          <a:p>
            <a:pPr marL="864360" lvl="1" indent="-324000">
              <a:lnSpc>
                <a:spcPct val="100000"/>
              </a:lnSpc>
              <a:spcBef>
                <a:spcPts val="1134"/>
              </a:spcBef>
              <a:buClr>
                <a:srgbClr val="000000"/>
              </a:buClr>
              <a:buSzPct val="75000"/>
              <a:buFont typeface="Symbol" charset="2"/>
              <a:buChar char=""/>
            </a:pPr>
            <a:r>
              <a:rPr lang="en-US" sz="3200" b="0" u="none" strike="noStrike">
                <a:solidFill>
                  <a:schemeClr val="dk1"/>
                </a:solidFill>
                <a:effectLst/>
                <a:uFillTx/>
                <a:latin typeface="Arial"/>
              </a:rPr>
              <a:t>Second Outline Level</a:t>
            </a:r>
            <a:endParaRPr lang="en-US" sz="3200" b="0" u="none" strike="noStrike">
              <a:solidFill>
                <a:srgbClr val="000000"/>
              </a:solidFill>
              <a:effectLst/>
              <a:uFillTx/>
              <a:latin typeface="Arial"/>
            </a:endParaRPr>
          </a:p>
          <a:p>
            <a:pPr marL="1296000" lvl="2" indent="-288360">
              <a:lnSpc>
                <a:spcPct val="100000"/>
              </a:lnSpc>
              <a:spcBef>
                <a:spcPts val="850"/>
              </a:spcBef>
              <a:buClr>
                <a:srgbClr val="000000"/>
              </a:buClr>
              <a:buSzPct val="45000"/>
              <a:buFont typeface="Wingdings" charset="2"/>
              <a:buChar char=""/>
            </a:pPr>
            <a:r>
              <a:rPr lang="en-US" sz="3200" b="0" u="none" strike="noStrike">
                <a:solidFill>
                  <a:schemeClr val="dk1"/>
                </a:solidFill>
                <a:effectLst/>
                <a:uFillTx/>
                <a:latin typeface="Arial"/>
              </a:rPr>
              <a:t>Third Outline Level</a:t>
            </a:r>
            <a:endParaRPr lang="en-US" sz="3200" b="0" u="none" strike="noStrike">
              <a:solidFill>
                <a:srgbClr val="000000"/>
              </a:solidFill>
              <a:effectLst/>
              <a:uFillTx/>
              <a:latin typeface="Arial"/>
            </a:endParaRPr>
          </a:p>
          <a:p>
            <a:pPr marL="1728000" lvl="3" indent="-216000">
              <a:lnSpc>
                <a:spcPct val="100000"/>
              </a:lnSpc>
              <a:spcBef>
                <a:spcPts val="564"/>
              </a:spcBef>
              <a:buClr>
                <a:srgbClr val="000000"/>
              </a:buClr>
              <a:buSzPct val="75000"/>
              <a:buFont typeface="Symbol" charset="2"/>
              <a:buChar char=""/>
            </a:pPr>
            <a:r>
              <a:rPr lang="en-US" sz="3200" b="0" u="none" strike="noStrike">
                <a:solidFill>
                  <a:schemeClr val="dk1"/>
                </a:solidFill>
                <a:effectLst/>
                <a:uFillTx/>
                <a:latin typeface="Arial"/>
              </a:rPr>
              <a:t>Fourth Outline Level</a:t>
            </a:r>
            <a:endParaRPr lang="en-US" sz="3200" b="0" u="none" strike="noStrike">
              <a:solidFill>
                <a:srgbClr val="000000"/>
              </a:solidFill>
              <a:effectLst/>
              <a:uFillTx/>
              <a:latin typeface="Arial"/>
            </a:endParaRPr>
          </a:p>
          <a:p>
            <a:pPr marL="2160360" lvl="4" indent="-216000">
              <a:lnSpc>
                <a:spcPct val="100000"/>
              </a:lnSpc>
              <a:spcBef>
                <a:spcPts val="286"/>
              </a:spcBef>
              <a:buClr>
                <a:srgbClr val="000000"/>
              </a:buClr>
              <a:buSzPct val="45000"/>
              <a:buFont typeface="Wingdings" charset="2"/>
              <a:buChar char=""/>
            </a:pPr>
            <a:r>
              <a:rPr lang="en-US" sz="3200" b="0" u="none" strike="noStrike">
                <a:solidFill>
                  <a:schemeClr val="dk1"/>
                </a:solidFill>
                <a:effectLst/>
                <a:uFillTx/>
                <a:latin typeface="Arial"/>
              </a:rPr>
              <a:t>Fifth Outline Level</a:t>
            </a:r>
            <a:endParaRPr lang="en-US" sz="3200" b="0" u="none" strike="noStrike">
              <a:solidFill>
                <a:srgbClr val="000000"/>
              </a:solidFill>
              <a:effectLst/>
              <a:uFillTx/>
              <a:latin typeface="Arial"/>
            </a:endParaRPr>
          </a:p>
          <a:p>
            <a:pPr marL="2592000" lvl="5" indent="-216000">
              <a:lnSpc>
                <a:spcPct val="100000"/>
              </a:lnSpc>
              <a:spcBef>
                <a:spcPts val="286"/>
              </a:spcBef>
              <a:buClr>
                <a:srgbClr val="000000"/>
              </a:buClr>
              <a:buSzPct val="45000"/>
              <a:buFont typeface="Wingdings" charset="2"/>
              <a:buChar char=""/>
            </a:pPr>
            <a:r>
              <a:rPr lang="en-US" sz="3200" b="0" u="none" strike="noStrike">
                <a:solidFill>
                  <a:schemeClr val="dk1"/>
                </a:solidFill>
                <a:effectLst/>
                <a:uFillTx/>
                <a:latin typeface="Arial"/>
              </a:rPr>
              <a:t>Sixth Outline Level</a:t>
            </a:r>
            <a:endParaRPr lang="en-US" sz="3200" b="0" u="none" strike="noStrike">
              <a:solidFill>
                <a:srgbClr val="000000"/>
              </a:solidFill>
              <a:effectLst/>
              <a:uFillTx/>
              <a:latin typeface="Arial"/>
            </a:endParaRPr>
          </a:p>
          <a:p>
            <a:pPr marL="3024000" lvl="6" indent="-216000">
              <a:lnSpc>
                <a:spcPct val="100000"/>
              </a:lnSpc>
              <a:spcBef>
                <a:spcPts val="286"/>
              </a:spcBef>
              <a:buClr>
                <a:srgbClr val="000000"/>
              </a:buClr>
              <a:buSzPct val="45000"/>
              <a:buFont typeface="Wingdings" charset="2"/>
              <a:buChar char=""/>
            </a:pPr>
            <a:r>
              <a:rPr lang="en-US" sz="3200" b="0" u="none" strike="noStrike">
                <a:solidFill>
                  <a:schemeClr val="dk1"/>
                </a:solidFill>
                <a:effectLst/>
                <a:uFillTx/>
                <a:latin typeface="Arial"/>
              </a:rPr>
              <a:t>Seventh Outline Level</a:t>
            </a:r>
            <a:endParaRPr lang="en-US" sz="3200" b="0" u="none" strike="noStrike">
              <a:solidFill>
                <a:srgbClr val="000000"/>
              </a:solidFill>
              <a:effectLst/>
              <a:uFillTx/>
              <a:latin typeface="Arial"/>
            </a:endParaRPr>
          </a:p>
        </p:txBody>
      </p:sp>
      <p:sp>
        <p:nvSpPr>
          <p:cNvPr id="18" name="PlaceHolder 3"/>
          <p:cNvSpPr>
            <a:spLocks noGrp="1"/>
          </p:cNvSpPr>
          <p:nvPr>
            <p:ph type="body"/>
          </p:nvPr>
        </p:nvSpPr>
        <p:spPr>
          <a:xfrm>
            <a:off x="840240" y="2057400"/>
            <a:ext cx="3917160" cy="3796200"/>
          </a:xfrm>
          <a:prstGeom prst="rect">
            <a:avLst/>
          </a:prstGeom>
          <a:noFill/>
          <a:ln w="9360">
            <a:noFill/>
          </a:ln>
        </p:spPr>
        <p:txBody>
          <a:bodyPr lIns="90000" rIns="90000" tIns="45000" bIns="45000" anchor="t">
            <a:noAutofit/>
          </a:bodyPr>
          <a:p>
            <a:pPr indent="0">
              <a:lnSpc>
                <a:spcPct val="100000"/>
              </a:lnSpc>
              <a:spcBef>
                <a:spcPts val="320"/>
              </a:spcBef>
              <a:buNone/>
              <a:tabLst>
                <a:tab algn="l" pos="0"/>
              </a:tabLst>
            </a:pPr>
            <a:r>
              <a:rPr lang="en-US" sz="1600" b="0" u="none" strike="noStrike">
                <a:solidFill>
                  <a:schemeClr val="dk1"/>
                </a:solidFill>
                <a:effectLst/>
                <a:uFillTx/>
                <a:latin typeface="Arial"/>
                <a:ea typeface="SimSun"/>
              </a:rPr>
              <a:t>Click to edit Master text styles</a:t>
            </a:r>
            <a:endParaRPr lang="en-US" sz="1600" b="0" u="none" strike="noStrike">
              <a:solidFill>
                <a:srgbClr val="000000"/>
              </a:solidFill>
              <a:effectLst/>
              <a:uFillTx/>
              <a:latin typeface="Arial"/>
            </a:endParaRPr>
          </a:p>
        </p:txBody>
      </p:sp>
      <p:sp>
        <p:nvSpPr>
          <p:cNvPr id="19" name="PlaceHolder 4"/>
          <p:cNvSpPr>
            <a:spLocks noGrp="1"/>
          </p:cNvSpPr>
          <p:nvPr>
            <p:ph type="dt" idx="7"/>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20" name="PlaceHolder 5"/>
          <p:cNvSpPr>
            <a:spLocks noGrp="1"/>
          </p:cNvSpPr>
          <p:nvPr>
            <p:ph type="ftr" idx="8"/>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21" name="PlaceHolder 6"/>
          <p:cNvSpPr>
            <a:spLocks noGrp="1"/>
          </p:cNvSpPr>
          <p:nvPr>
            <p:ph type="sldNum" idx="9"/>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pic>
        <p:nvPicPr>
          <p:cNvPr id="22" name="Picture 10" hidden="1"/>
          <p:cNvPicPr/>
          <p:nvPr/>
        </p:nvPicPr>
        <p:blipFill>
          <a:blip r:embed="rId2"/>
          <a:stretch/>
        </p:blipFill>
        <p:spPr>
          <a:xfrm>
            <a:off x="0" y="0"/>
            <a:ext cx="12176640" cy="6842520"/>
          </a:xfrm>
          <a:prstGeom prst="rect">
            <a:avLst/>
          </a:prstGeom>
          <a:noFill/>
          <a:ln w="9525">
            <a:noFill/>
          </a:ln>
        </p:spPr>
      </p:pic>
      <p:pic>
        <p:nvPicPr>
          <p:cNvPr id="23" name="Picture 3"/>
          <p:cNvPicPr/>
          <p:nvPr/>
        </p:nvPicPr>
        <p:blipFill>
          <a:blip r:embed="rId3"/>
          <a:stretch/>
        </p:blipFill>
        <p:spPr>
          <a:xfrm>
            <a:off x="0" y="0"/>
            <a:ext cx="12176640" cy="6842520"/>
          </a:xfrm>
          <a:prstGeom prst="rect">
            <a:avLst/>
          </a:prstGeom>
          <a:noFill/>
          <a:ln w="9525">
            <a:noFill/>
          </a:ln>
        </p:spPr>
      </p:pic>
      <p:sp>
        <p:nvSpPr>
          <p:cNvPr id="24" name="PlaceHolder 1"/>
          <p:cNvSpPr>
            <a:spLocks noGrp="1"/>
          </p:cNvSpPr>
          <p:nvPr>
            <p:ph type="title"/>
          </p:nvPr>
        </p:nvSpPr>
        <p:spPr>
          <a:xfrm>
            <a:off x="624240" y="3718080"/>
            <a:ext cx="10927800" cy="1067040"/>
          </a:xfrm>
          <a:prstGeom prst="rect">
            <a:avLst/>
          </a:prstGeom>
          <a:noFill/>
          <a:ln w="9360">
            <a:noFill/>
          </a:ln>
        </p:spPr>
        <p:txBody>
          <a:bodyPr lIns="90000" rIns="90000" tIns="45000" bIns="45000" anchor="ctr">
            <a:noAutofit/>
          </a:bodyPr>
          <a:p>
            <a:pPr indent="0" algn="r">
              <a:lnSpc>
                <a:spcPct val="100000"/>
              </a:lnSpc>
              <a:buNone/>
              <a:tabLst>
                <a:tab algn="l" pos="0"/>
              </a:tabLst>
            </a:pPr>
            <a:r>
              <a:rPr lang="en-US" sz="3600" b="0" u="none" strike="noStrike">
                <a:solidFill>
                  <a:schemeClr val="dk1"/>
                </a:solidFill>
                <a:effectLst/>
                <a:uFillTx/>
                <a:latin typeface="Arial"/>
                <a:ea typeface="SimSun"/>
              </a:rPr>
              <a:t>Click to edit Master title style</a:t>
            </a:r>
            <a:endParaRPr lang="en-US" sz="3600" b="0" u="none" strike="noStrike">
              <a:solidFill>
                <a:srgbClr val="000000"/>
              </a:solidFill>
              <a:effectLst/>
              <a:uFillTx/>
              <a:latin typeface="Arial"/>
            </a:endParaRPr>
          </a:p>
        </p:txBody>
      </p:sp>
      <p:sp>
        <p:nvSpPr>
          <p:cNvPr id="25" name="PlaceHolder 2"/>
          <p:cNvSpPr>
            <a:spLocks noGrp="1"/>
          </p:cNvSpPr>
          <p:nvPr>
            <p:ph type="dt" idx="10"/>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26" name="PlaceHolder 3"/>
          <p:cNvSpPr>
            <a:spLocks noGrp="1"/>
          </p:cNvSpPr>
          <p:nvPr>
            <p:ph type="ftr" idx="11"/>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27" name="PlaceHolder 4"/>
          <p:cNvSpPr>
            <a:spLocks noGrp="1"/>
          </p:cNvSpPr>
          <p:nvPr>
            <p:ph type="sldNum" idx="12"/>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pic>
        <p:nvPicPr>
          <p:cNvPr id="28" name="Picture 10"/>
          <p:cNvPicPr/>
          <p:nvPr/>
        </p:nvPicPr>
        <p:blipFill>
          <a:blip r:embed="rId2"/>
          <a:stretch/>
        </p:blipFill>
        <p:spPr>
          <a:xfrm>
            <a:off x="0" y="0"/>
            <a:ext cx="12176640" cy="6842520"/>
          </a:xfrm>
          <a:prstGeom prst="rect">
            <a:avLst/>
          </a:prstGeom>
          <a:noFill/>
          <a:ln w="9525">
            <a:noFill/>
          </a:ln>
        </p:spPr>
      </p:pic>
      <p:sp>
        <p:nvSpPr>
          <p:cNvPr id="29" name="PlaceHolder 1"/>
          <p:cNvSpPr>
            <a:spLocks noGrp="1"/>
          </p:cNvSpPr>
          <p:nvPr>
            <p:ph type="title"/>
          </p:nvPr>
        </p:nvSpPr>
        <p:spPr>
          <a:xfrm>
            <a:off x="609480" y="190440"/>
            <a:ext cx="10957320" cy="567000"/>
          </a:xfrm>
          <a:prstGeom prst="rect">
            <a:avLst/>
          </a:prstGeom>
          <a:noFill/>
          <a:ln w="9360">
            <a:noFill/>
          </a:ln>
        </p:spPr>
        <p:txBody>
          <a:bodyPr lIns="90000" rIns="90000" tIns="45000" bIns="45000" anchor="ctr">
            <a:noAutofit/>
          </a:bodyPr>
          <a:p>
            <a:pPr indent="0">
              <a:lnSpc>
                <a:spcPct val="100000"/>
              </a:lnSpc>
              <a:buNone/>
              <a:tabLst>
                <a:tab algn="l" pos="0"/>
              </a:tabLst>
            </a:pPr>
            <a:r>
              <a:rPr lang="en-US" sz="3600" b="0" u="none" strike="noStrike">
                <a:solidFill>
                  <a:schemeClr val="dk1"/>
                </a:solidFill>
                <a:effectLst/>
                <a:uFillTx/>
                <a:latin typeface="Arial"/>
                <a:ea typeface="SimSun"/>
              </a:rPr>
              <a:t>Click to edit Master title style</a:t>
            </a:r>
            <a:endParaRPr lang="en-US" sz="3600" b="0" u="none" strike="noStrike">
              <a:solidFill>
                <a:srgbClr val="000000"/>
              </a:solidFill>
              <a:effectLst/>
              <a:uFillTx/>
              <a:latin typeface="Arial"/>
            </a:endParaRPr>
          </a:p>
        </p:txBody>
      </p:sp>
      <p:sp>
        <p:nvSpPr>
          <p:cNvPr id="30" name="PlaceHolder 2"/>
          <p:cNvSpPr>
            <a:spLocks noGrp="1"/>
          </p:cNvSpPr>
          <p:nvPr>
            <p:ph type="body"/>
          </p:nvPr>
        </p:nvSpPr>
        <p:spPr>
          <a:xfrm>
            <a:off x="609480" y="1174680"/>
            <a:ext cx="10957320" cy="4937400"/>
          </a:xfrm>
          <a:prstGeom prst="rect">
            <a:avLst/>
          </a:prstGeom>
          <a:noFill/>
          <a:ln w="9360">
            <a:noFill/>
          </a:ln>
        </p:spPr>
        <p:txBody>
          <a:bodyPr lIns="45000" rIns="45000" tIns="90000" bIns="90000" anchor="t" vert="eaVert">
            <a:noAutofit/>
          </a:bodyPr>
          <a:p>
            <a:pPr marL="343080" indent="-343080">
              <a:lnSpc>
                <a:spcPct val="100000"/>
              </a:lnSpc>
              <a:spcBef>
                <a:spcPts val="641"/>
              </a:spcBef>
              <a:buClr>
                <a:srgbClr val="000000"/>
              </a:buClr>
              <a:buFont typeface="Symbol" charset="2"/>
              <a:buChar char=""/>
            </a:pPr>
            <a:r>
              <a:rPr lang="en-US" sz="3200" b="0" u="none" strike="noStrike">
                <a:solidFill>
                  <a:schemeClr val="dk1"/>
                </a:solidFill>
                <a:effectLst/>
                <a:uFillTx/>
                <a:latin typeface="Arial"/>
                <a:ea typeface="SimSun"/>
              </a:rPr>
              <a:t>Click to edit Master text styles</a:t>
            </a:r>
            <a:endParaRPr lang="en-US" sz="3200" b="0" u="none" strike="noStrike">
              <a:solidFill>
                <a:srgbClr val="000000"/>
              </a:solidFill>
              <a:effectLst/>
              <a:uFillTx/>
              <a:latin typeface="Arial"/>
            </a:endParaRPr>
          </a:p>
          <a:p>
            <a:pPr marL="743040" lvl="1" indent="-285840">
              <a:lnSpc>
                <a:spcPct val="100000"/>
              </a:lnSpc>
              <a:spcBef>
                <a:spcPts val="561"/>
              </a:spcBef>
              <a:buClr>
                <a:srgbClr val="000000"/>
              </a:buClr>
              <a:buFont typeface="Symbol" charset="2"/>
              <a:buChar char=""/>
            </a:pPr>
            <a:r>
              <a:rPr lang="en-US" sz="2800" b="0" u="none" strike="noStrike">
                <a:solidFill>
                  <a:schemeClr val="dk1"/>
                </a:solidFill>
                <a:effectLst/>
                <a:uFillTx/>
                <a:latin typeface="Arial"/>
                <a:ea typeface="SimSun"/>
              </a:rPr>
              <a:t>Second level</a:t>
            </a:r>
            <a:endParaRPr lang="en-US" sz="2800" b="0" u="none" strike="noStrike">
              <a:solidFill>
                <a:srgbClr val="000000"/>
              </a:solidFill>
              <a:effectLst/>
              <a:uFillTx/>
              <a:latin typeface="Arial"/>
            </a:endParaRPr>
          </a:p>
          <a:p>
            <a:pPr marL="1143000" lvl="2" indent="-228600">
              <a:lnSpc>
                <a:spcPct val="100000"/>
              </a:lnSpc>
              <a:spcBef>
                <a:spcPts val="479"/>
              </a:spcBef>
              <a:buClr>
                <a:srgbClr val="000000"/>
              </a:buClr>
              <a:buFont typeface="Symbol" charset="2"/>
              <a:buChar char=""/>
            </a:pPr>
            <a:r>
              <a:rPr lang="en-US" sz="2400" b="0" u="none" strike="noStrike">
                <a:solidFill>
                  <a:schemeClr val="dk1"/>
                </a:solidFill>
                <a:effectLst/>
                <a:uFillTx/>
                <a:latin typeface="Arial"/>
                <a:ea typeface="SimSun"/>
              </a:rPr>
              <a:t>Third level</a:t>
            </a:r>
            <a:endParaRPr lang="en-US" sz="2400" b="0" u="none" strike="noStrike">
              <a:solidFill>
                <a:srgbClr val="000000"/>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SimSun"/>
              </a:rPr>
              <a:t>Fourth level</a:t>
            </a:r>
            <a:endParaRPr lang="en-US" sz="2000" b="0" u="none" strike="noStrike">
              <a:solidFill>
                <a:srgbClr val="000000"/>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SimSun"/>
              </a:rPr>
              <a:t>Fifth level</a:t>
            </a:r>
            <a:endParaRPr lang="en-US" sz="2000" b="0" u="none" strike="noStrike">
              <a:solidFill>
                <a:srgbClr val="000000"/>
              </a:solidFill>
              <a:effectLst/>
              <a:uFillTx/>
              <a:latin typeface="Arial"/>
            </a:endParaRPr>
          </a:p>
        </p:txBody>
      </p:sp>
      <p:sp>
        <p:nvSpPr>
          <p:cNvPr id="31" name="PlaceHolder 3"/>
          <p:cNvSpPr>
            <a:spLocks noGrp="1"/>
          </p:cNvSpPr>
          <p:nvPr>
            <p:ph type="dt" idx="13"/>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32" name="PlaceHolder 4"/>
          <p:cNvSpPr>
            <a:spLocks noGrp="1"/>
          </p:cNvSpPr>
          <p:nvPr>
            <p:ph type="ftr" idx="14"/>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33" name="PlaceHolder 5"/>
          <p:cNvSpPr>
            <a:spLocks noGrp="1"/>
          </p:cNvSpPr>
          <p:nvPr>
            <p:ph type="sldNum" idx="15"/>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pic>
        <p:nvPicPr>
          <p:cNvPr id="34" name="Picture 10"/>
          <p:cNvPicPr/>
          <p:nvPr/>
        </p:nvPicPr>
        <p:blipFill>
          <a:blip r:embed="rId2"/>
          <a:stretch/>
        </p:blipFill>
        <p:spPr>
          <a:xfrm>
            <a:off x="0" y="0"/>
            <a:ext cx="12176640" cy="6842520"/>
          </a:xfrm>
          <a:prstGeom prst="rect">
            <a:avLst/>
          </a:prstGeom>
          <a:noFill/>
          <a:ln w="9525">
            <a:noFill/>
          </a:ln>
        </p:spPr>
      </p:pic>
      <p:sp>
        <p:nvSpPr>
          <p:cNvPr id="35" name="PlaceHolder 1"/>
          <p:cNvSpPr>
            <a:spLocks noGrp="1"/>
          </p:cNvSpPr>
          <p:nvPr>
            <p:ph type="title"/>
          </p:nvPr>
        </p:nvSpPr>
        <p:spPr>
          <a:xfrm>
            <a:off x="609480" y="190440"/>
            <a:ext cx="10957320" cy="567000"/>
          </a:xfrm>
          <a:prstGeom prst="rect">
            <a:avLst/>
          </a:prstGeom>
          <a:noFill/>
          <a:ln w="9360">
            <a:noFill/>
          </a:ln>
        </p:spPr>
        <p:txBody>
          <a:bodyPr lIns="90000" rIns="90000" tIns="45000" bIns="45000" anchor="ctr">
            <a:noAutofit/>
          </a:bodyPr>
          <a:p>
            <a:pPr indent="0">
              <a:lnSpc>
                <a:spcPct val="100000"/>
              </a:lnSpc>
              <a:buNone/>
              <a:tabLst>
                <a:tab algn="l" pos="0"/>
              </a:tabLst>
            </a:pPr>
            <a:r>
              <a:rPr lang="en-US" sz="3600" b="0" u="none" strike="noStrike">
                <a:solidFill>
                  <a:schemeClr val="dk1"/>
                </a:solidFill>
                <a:effectLst/>
                <a:uFillTx/>
                <a:latin typeface="Arial"/>
                <a:ea typeface="SimSun"/>
              </a:rPr>
              <a:t>Click to edit Master title style</a:t>
            </a:r>
            <a:endParaRPr lang="en-US" sz="3600" b="0" u="none" strike="noStrike">
              <a:solidFill>
                <a:srgbClr val="000000"/>
              </a:solidFill>
              <a:effectLst/>
              <a:uFillTx/>
              <a:latin typeface="Arial"/>
            </a:endParaRPr>
          </a:p>
        </p:txBody>
      </p:sp>
      <p:sp>
        <p:nvSpPr>
          <p:cNvPr id="36" name="PlaceHolder 2"/>
          <p:cNvSpPr>
            <a:spLocks noGrp="1"/>
          </p:cNvSpPr>
          <p:nvPr>
            <p:ph type="body"/>
          </p:nvPr>
        </p:nvSpPr>
        <p:spPr>
          <a:xfrm>
            <a:off x="609480" y="1174680"/>
            <a:ext cx="10957320" cy="493740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lang="en-US" sz="3200" b="0" u="none" strike="noStrike">
                <a:solidFill>
                  <a:schemeClr val="dk1"/>
                </a:solidFill>
                <a:effectLst/>
                <a:uFillTx/>
                <a:latin typeface="Arial"/>
                <a:ea typeface="SimSun"/>
              </a:rPr>
              <a:t>Click to edit Master text styles</a:t>
            </a:r>
            <a:endParaRPr lang="en-US" sz="3200" b="0" u="none" strike="noStrike">
              <a:solidFill>
                <a:srgbClr val="000000"/>
              </a:solidFill>
              <a:effectLst/>
              <a:uFillTx/>
              <a:latin typeface="Arial"/>
            </a:endParaRPr>
          </a:p>
          <a:p>
            <a:pPr marL="743040" lvl="1" indent="-285840">
              <a:lnSpc>
                <a:spcPct val="100000"/>
              </a:lnSpc>
              <a:spcBef>
                <a:spcPts val="561"/>
              </a:spcBef>
              <a:buClr>
                <a:srgbClr val="000000"/>
              </a:buClr>
              <a:buFont typeface="Symbol" charset="2"/>
              <a:buChar char=""/>
            </a:pPr>
            <a:r>
              <a:rPr lang="en-US" sz="2800" b="0" u="none" strike="noStrike">
                <a:solidFill>
                  <a:schemeClr val="dk1"/>
                </a:solidFill>
                <a:effectLst/>
                <a:uFillTx/>
                <a:latin typeface="Arial"/>
                <a:ea typeface="SimSun"/>
              </a:rPr>
              <a:t>Second level</a:t>
            </a:r>
            <a:endParaRPr lang="en-US" sz="2800" b="0" u="none" strike="noStrike">
              <a:solidFill>
                <a:srgbClr val="000000"/>
              </a:solidFill>
              <a:effectLst/>
              <a:uFillTx/>
              <a:latin typeface="Arial"/>
            </a:endParaRPr>
          </a:p>
          <a:p>
            <a:pPr marL="1143000" lvl="2" indent="-228600">
              <a:lnSpc>
                <a:spcPct val="100000"/>
              </a:lnSpc>
              <a:spcBef>
                <a:spcPts val="479"/>
              </a:spcBef>
              <a:buClr>
                <a:srgbClr val="000000"/>
              </a:buClr>
              <a:buFont typeface="Symbol" charset="2"/>
              <a:buChar char=""/>
            </a:pPr>
            <a:r>
              <a:rPr lang="en-US" sz="2400" b="0" u="none" strike="noStrike">
                <a:solidFill>
                  <a:schemeClr val="dk1"/>
                </a:solidFill>
                <a:effectLst/>
                <a:uFillTx/>
                <a:latin typeface="Arial"/>
                <a:ea typeface="SimSun"/>
              </a:rPr>
              <a:t>Third level</a:t>
            </a:r>
            <a:endParaRPr lang="en-US" sz="2400" b="0" u="none" strike="noStrike">
              <a:solidFill>
                <a:srgbClr val="000000"/>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SimSun"/>
              </a:rPr>
              <a:t>Fourth level</a:t>
            </a:r>
            <a:endParaRPr lang="en-US" sz="2000" b="0" u="none" strike="noStrike">
              <a:solidFill>
                <a:srgbClr val="000000"/>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SimSun"/>
              </a:rPr>
              <a:t>Fifth level</a:t>
            </a:r>
            <a:endParaRPr lang="en-US" sz="2000" b="0" u="none" strike="noStrike">
              <a:solidFill>
                <a:srgbClr val="000000"/>
              </a:solidFill>
              <a:effectLst/>
              <a:uFillTx/>
              <a:latin typeface="Arial"/>
            </a:endParaRPr>
          </a:p>
        </p:txBody>
      </p:sp>
      <p:sp>
        <p:nvSpPr>
          <p:cNvPr id="37" name="PlaceHolder 3"/>
          <p:cNvSpPr>
            <a:spLocks noGrp="1"/>
          </p:cNvSpPr>
          <p:nvPr>
            <p:ph type="dt" idx="16"/>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38" name="PlaceHolder 4"/>
          <p:cNvSpPr>
            <a:spLocks noGrp="1"/>
          </p:cNvSpPr>
          <p:nvPr>
            <p:ph type="ftr" idx="17"/>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39" name="PlaceHolder 5"/>
          <p:cNvSpPr>
            <a:spLocks noGrp="1"/>
          </p:cNvSpPr>
          <p:nvPr>
            <p:ph type="sldNum" idx="18"/>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pic>
        <p:nvPicPr>
          <p:cNvPr id="40" name="Picture 10"/>
          <p:cNvPicPr/>
          <p:nvPr/>
        </p:nvPicPr>
        <p:blipFill>
          <a:blip r:embed="rId2"/>
          <a:stretch/>
        </p:blipFill>
        <p:spPr>
          <a:xfrm>
            <a:off x="0" y="0"/>
            <a:ext cx="12176640" cy="6842520"/>
          </a:xfrm>
          <a:prstGeom prst="rect">
            <a:avLst/>
          </a:prstGeom>
          <a:noFill/>
          <a:ln w="9525">
            <a:noFill/>
          </a:ln>
        </p:spPr>
      </p:pic>
      <p:sp>
        <p:nvSpPr>
          <p:cNvPr id="41" name="PlaceHolder 1"/>
          <p:cNvSpPr>
            <a:spLocks noGrp="1"/>
          </p:cNvSpPr>
          <p:nvPr>
            <p:ph type="title"/>
          </p:nvPr>
        </p:nvSpPr>
        <p:spPr>
          <a:xfrm>
            <a:off x="831960" y="1709640"/>
            <a:ext cx="10500120" cy="2837160"/>
          </a:xfrm>
          <a:prstGeom prst="rect">
            <a:avLst/>
          </a:prstGeom>
          <a:noFill/>
          <a:ln w="9360">
            <a:noFill/>
          </a:ln>
        </p:spPr>
        <p:txBody>
          <a:bodyPr lIns="90000" rIns="90000" tIns="45000" bIns="45000" anchor="b">
            <a:noAutofit/>
          </a:bodyPr>
          <a:p>
            <a:pPr indent="0">
              <a:lnSpc>
                <a:spcPct val="100000"/>
              </a:lnSpc>
              <a:buNone/>
              <a:tabLst>
                <a:tab algn="l" pos="0"/>
              </a:tabLst>
            </a:pPr>
            <a:r>
              <a:rPr lang="en-US" sz="6000" b="0" u="none" strike="noStrike">
                <a:solidFill>
                  <a:schemeClr val="dk1"/>
                </a:solidFill>
                <a:effectLst/>
                <a:uFillTx/>
                <a:latin typeface="Arial"/>
                <a:ea typeface="SimSun"/>
              </a:rPr>
              <a:t>Click to edit Master title style</a:t>
            </a:r>
            <a:endParaRPr lang="en-US" sz="6000" b="0" u="none" strike="noStrike">
              <a:solidFill>
                <a:srgbClr val="000000"/>
              </a:solidFill>
              <a:effectLst/>
              <a:uFillTx/>
              <a:latin typeface="Arial"/>
            </a:endParaRPr>
          </a:p>
        </p:txBody>
      </p:sp>
      <p:sp>
        <p:nvSpPr>
          <p:cNvPr id="42" name="PlaceHolder 2"/>
          <p:cNvSpPr>
            <a:spLocks noGrp="1"/>
          </p:cNvSpPr>
          <p:nvPr>
            <p:ph type="body"/>
          </p:nvPr>
        </p:nvSpPr>
        <p:spPr>
          <a:xfrm>
            <a:off x="831960" y="4589640"/>
            <a:ext cx="10500120" cy="1484640"/>
          </a:xfrm>
          <a:prstGeom prst="rect">
            <a:avLst/>
          </a:prstGeom>
          <a:noFill/>
          <a:ln w="9360">
            <a:noFill/>
          </a:ln>
        </p:spPr>
        <p:txBody>
          <a:bodyPr lIns="90000" rIns="90000" tIns="45000" bIns="45000" anchor="t">
            <a:noAutofit/>
          </a:bodyPr>
          <a:p>
            <a:pPr indent="0">
              <a:lnSpc>
                <a:spcPct val="100000"/>
              </a:lnSpc>
              <a:spcBef>
                <a:spcPts val="479"/>
              </a:spcBef>
              <a:buNone/>
              <a:tabLst>
                <a:tab algn="l" pos="0"/>
              </a:tabLst>
            </a:pPr>
            <a:r>
              <a:rPr lang="en-US" sz="2400" b="0" u="none" strike="noStrike">
                <a:solidFill>
                  <a:schemeClr val="dk1"/>
                </a:solidFill>
                <a:effectLst/>
                <a:uFillTx/>
                <a:latin typeface="Arial"/>
                <a:ea typeface="SimSun"/>
              </a:rPr>
              <a:t>Click to edit Master text styles</a:t>
            </a:r>
            <a:endParaRPr lang="en-US" sz="2400" b="0" u="none" strike="noStrike">
              <a:solidFill>
                <a:srgbClr val="000000"/>
              </a:solidFill>
              <a:effectLst/>
              <a:uFillTx/>
              <a:latin typeface="Arial"/>
            </a:endParaRPr>
          </a:p>
        </p:txBody>
      </p:sp>
      <p:sp>
        <p:nvSpPr>
          <p:cNvPr id="43" name="PlaceHolder 3"/>
          <p:cNvSpPr>
            <a:spLocks noGrp="1"/>
          </p:cNvSpPr>
          <p:nvPr>
            <p:ph type="dt" idx="19"/>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44" name="PlaceHolder 4"/>
          <p:cNvSpPr>
            <a:spLocks noGrp="1"/>
          </p:cNvSpPr>
          <p:nvPr>
            <p:ph type="ftr" idx="20"/>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45" name="PlaceHolder 5"/>
          <p:cNvSpPr>
            <a:spLocks noGrp="1"/>
          </p:cNvSpPr>
          <p:nvPr>
            <p:ph type="sldNum" idx="21"/>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pic>
        <p:nvPicPr>
          <p:cNvPr id="46" name="Picture 10"/>
          <p:cNvPicPr/>
          <p:nvPr/>
        </p:nvPicPr>
        <p:blipFill>
          <a:blip r:embed="rId2"/>
          <a:stretch/>
        </p:blipFill>
        <p:spPr>
          <a:xfrm>
            <a:off x="0" y="0"/>
            <a:ext cx="12176640" cy="6842520"/>
          </a:xfrm>
          <a:prstGeom prst="rect">
            <a:avLst/>
          </a:prstGeom>
          <a:noFill/>
          <a:ln w="9525">
            <a:noFill/>
          </a:ln>
        </p:spPr>
      </p:pic>
      <p:sp>
        <p:nvSpPr>
          <p:cNvPr id="47" name="PlaceHolder 1"/>
          <p:cNvSpPr>
            <a:spLocks noGrp="1"/>
          </p:cNvSpPr>
          <p:nvPr>
            <p:ph type="title"/>
          </p:nvPr>
        </p:nvSpPr>
        <p:spPr>
          <a:xfrm>
            <a:off x="609480" y="190440"/>
            <a:ext cx="10957320" cy="567000"/>
          </a:xfrm>
          <a:prstGeom prst="rect">
            <a:avLst/>
          </a:prstGeom>
          <a:noFill/>
          <a:ln w="9360">
            <a:noFill/>
          </a:ln>
        </p:spPr>
        <p:txBody>
          <a:bodyPr lIns="90000" rIns="90000" tIns="45000" bIns="45000" anchor="ctr">
            <a:noAutofit/>
          </a:bodyPr>
          <a:p>
            <a:pPr indent="0">
              <a:lnSpc>
                <a:spcPct val="100000"/>
              </a:lnSpc>
              <a:buNone/>
              <a:tabLst>
                <a:tab algn="l" pos="0"/>
              </a:tabLst>
            </a:pPr>
            <a:r>
              <a:rPr lang="en-US" sz="3600" b="0" u="none" strike="noStrike">
                <a:solidFill>
                  <a:schemeClr val="dk1"/>
                </a:solidFill>
                <a:effectLst/>
                <a:uFillTx/>
                <a:latin typeface="Arial"/>
                <a:ea typeface="SimSun"/>
              </a:rPr>
              <a:t>Click to edit Master title style</a:t>
            </a:r>
            <a:endParaRPr lang="en-US" sz="3600" b="0" u="none" strike="noStrike">
              <a:solidFill>
                <a:srgbClr val="000000"/>
              </a:solidFill>
              <a:effectLst/>
              <a:uFillTx/>
              <a:latin typeface="Arial"/>
            </a:endParaRPr>
          </a:p>
        </p:txBody>
      </p:sp>
      <p:sp>
        <p:nvSpPr>
          <p:cNvPr id="48" name="PlaceHolder 2"/>
          <p:cNvSpPr>
            <a:spLocks noGrp="1"/>
          </p:cNvSpPr>
          <p:nvPr>
            <p:ph type="dt" idx="22"/>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49" name="PlaceHolder 3"/>
          <p:cNvSpPr>
            <a:spLocks noGrp="1"/>
          </p:cNvSpPr>
          <p:nvPr>
            <p:ph type="ftr" idx="23"/>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50" name="PlaceHolder 4"/>
          <p:cNvSpPr>
            <a:spLocks noGrp="1"/>
          </p:cNvSpPr>
          <p:nvPr>
            <p:ph type="sldNum" idx="24"/>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pic>
        <p:nvPicPr>
          <p:cNvPr id="51" name="Picture 10"/>
          <p:cNvPicPr/>
          <p:nvPr/>
        </p:nvPicPr>
        <p:blipFill>
          <a:blip r:embed="rId2"/>
          <a:stretch/>
        </p:blipFill>
        <p:spPr>
          <a:xfrm>
            <a:off x="0" y="0"/>
            <a:ext cx="12176640" cy="6842520"/>
          </a:xfrm>
          <a:prstGeom prst="rect">
            <a:avLst/>
          </a:prstGeom>
          <a:noFill/>
          <a:ln w="9525">
            <a:noFill/>
          </a:ln>
        </p:spPr>
      </p:pic>
      <p:sp>
        <p:nvSpPr>
          <p:cNvPr id="52" name="PlaceHolder 1"/>
          <p:cNvSpPr>
            <a:spLocks noGrp="1"/>
          </p:cNvSpPr>
          <p:nvPr>
            <p:ph type="title"/>
          </p:nvPr>
        </p:nvSpPr>
        <p:spPr>
          <a:xfrm>
            <a:off x="609480" y="190440"/>
            <a:ext cx="10957320" cy="567000"/>
          </a:xfrm>
          <a:prstGeom prst="rect">
            <a:avLst/>
          </a:prstGeom>
          <a:noFill/>
          <a:ln w="9360">
            <a:noFill/>
          </a:ln>
        </p:spPr>
        <p:txBody>
          <a:bodyPr lIns="90000" rIns="90000" tIns="45000" bIns="45000" anchor="ctr">
            <a:noAutofit/>
          </a:bodyPr>
          <a:p>
            <a:pPr indent="0">
              <a:lnSpc>
                <a:spcPct val="100000"/>
              </a:lnSpc>
              <a:buNone/>
              <a:tabLst>
                <a:tab algn="l" pos="0"/>
              </a:tabLst>
            </a:pPr>
            <a:r>
              <a:rPr lang="en-US" sz="3600" b="0" u="none" strike="noStrike">
                <a:solidFill>
                  <a:schemeClr val="dk1"/>
                </a:solidFill>
                <a:effectLst/>
                <a:uFillTx/>
                <a:latin typeface="Arial"/>
                <a:ea typeface="SimSun"/>
              </a:rPr>
              <a:t>Click to edit Master title style</a:t>
            </a:r>
            <a:endParaRPr lang="en-US" sz="3600" b="0" u="none" strike="noStrike">
              <a:solidFill>
                <a:srgbClr val="000000"/>
              </a:solidFill>
              <a:effectLst/>
              <a:uFillTx/>
              <a:latin typeface="Arial"/>
            </a:endParaRPr>
          </a:p>
        </p:txBody>
      </p:sp>
      <p:sp>
        <p:nvSpPr>
          <p:cNvPr id="53" name="PlaceHolder 2"/>
          <p:cNvSpPr>
            <a:spLocks noGrp="1"/>
          </p:cNvSpPr>
          <p:nvPr>
            <p:ph type="body"/>
          </p:nvPr>
        </p:nvSpPr>
        <p:spPr>
          <a:xfrm>
            <a:off x="609480" y="1174680"/>
            <a:ext cx="5369400" cy="493740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lang="en-US" sz="3200" b="0" u="none" strike="noStrike">
                <a:solidFill>
                  <a:schemeClr val="dk1"/>
                </a:solidFill>
                <a:effectLst/>
                <a:uFillTx/>
                <a:latin typeface="Arial"/>
                <a:ea typeface="SimSun"/>
              </a:rPr>
              <a:t>Click to edit Master text styles</a:t>
            </a:r>
            <a:endParaRPr lang="en-US" sz="3200" b="0" u="none" strike="noStrike">
              <a:solidFill>
                <a:srgbClr val="000000"/>
              </a:solidFill>
              <a:effectLst/>
              <a:uFillTx/>
              <a:latin typeface="Arial"/>
            </a:endParaRPr>
          </a:p>
          <a:p>
            <a:pPr marL="743040" lvl="1" indent="-285840">
              <a:lnSpc>
                <a:spcPct val="100000"/>
              </a:lnSpc>
              <a:spcBef>
                <a:spcPts val="561"/>
              </a:spcBef>
              <a:buClr>
                <a:srgbClr val="000000"/>
              </a:buClr>
              <a:buFont typeface="Symbol" charset="2"/>
              <a:buChar char=""/>
            </a:pPr>
            <a:r>
              <a:rPr lang="en-US" sz="2800" b="0" u="none" strike="noStrike">
                <a:solidFill>
                  <a:schemeClr val="dk1"/>
                </a:solidFill>
                <a:effectLst/>
                <a:uFillTx/>
                <a:latin typeface="Arial"/>
                <a:ea typeface="SimSun"/>
              </a:rPr>
              <a:t>Second level</a:t>
            </a:r>
            <a:endParaRPr lang="en-US" sz="2800" b="0" u="none" strike="noStrike">
              <a:solidFill>
                <a:srgbClr val="000000"/>
              </a:solidFill>
              <a:effectLst/>
              <a:uFillTx/>
              <a:latin typeface="Arial"/>
            </a:endParaRPr>
          </a:p>
          <a:p>
            <a:pPr marL="1143000" lvl="2" indent="-228600">
              <a:lnSpc>
                <a:spcPct val="100000"/>
              </a:lnSpc>
              <a:spcBef>
                <a:spcPts val="479"/>
              </a:spcBef>
              <a:buClr>
                <a:srgbClr val="000000"/>
              </a:buClr>
              <a:buFont typeface="Symbol" charset="2"/>
              <a:buChar char=""/>
            </a:pPr>
            <a:r>
              <a:rPr lang="en-US" sz="2400" b="0" u="none" strike="noStrike">
                <a:solidFill>
                  <a:schemeClr val="dk1"/>
                </a:solidFill>
                <a:effectLst/>
                <a:uFillTx/>
                <a:latin typeface="Arial"/>
                <a:ea typeface="SimSun"/>
              </a:rPr>
              <a:t>Third level</a:t>
            </a:r>
            <a:endParaRPr lang="en-US" sz="2400" b="0" u="none" strike="noStrike">
              <a:solidFill>
                <a:srgbClr val="000000"/>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SimSun"/>
              </a:rPr>
              <a:t>Fourth level</a:t>
            </a:r>
            <a:endParaRPr lang="en-US" sz="2000" b="0" u="none" strike="noStrike">
              <a:solidFill>
                <a:srgbClr val="000000"/>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SimSun"/>
              </a:rPr>
              <a:t>Fifth level</a:t>
            </a:r>
            <a:endParaRPr lang="en-US" sz="2000" b="0" u="none" strike="noStrike">
              <a:solidFill>
                <a:srgbClr val="000000"/>
              </a:solidFill>
              <a:effectLst/>
              <a:uFillTx/>
              <a:latin typeface="Arial"/>
            </a:endParaRPr>
          </a:p>
        </p:txBody>
      </p:sp>
      <p:sp>
        <p:nvSpPr>
          <p:cNvPr id="54" name="PlaceHolder 3"/>
          <p:cNvSpPr>
            <a:spLocks noGrp="1"/>
          </p:cNvSpPr>
          <p:nvPr>
            <p:ph type="body"/>
          </p:nvPr>
        </p:nvSpPr>
        <p:spPr>
          <a:xfrm>
            <a:off x="6197760" y="1174680"/>
            <a:ext cx="5369400" cy="493740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lang="en-US" sz="3200" b="0" u="none" strike="noStrike">
                <a:solidFill>
                  <a:schemeClr val="dk1"/>
                </a:solidFill>
                <a:effectLst/>
                <a:uFillTx/>
                <a:latin typeface="Arial"/>
                <a:ea typeface="SimSun"/>
              </a:rPr>
              <a:t>Click to edit Master text styles</a:t>
            </a:r>
            <a:endParaRPr lang="en-US" sz="3200" b="0" u="none" strike="noStrike">
              <a:solidFill>
                <a:srgbClr val="000000"/>
              </a:solidFill>
              <a:effectLst/>
              <a:uFillTx/>
              <a:latin typeface="Arial"/>
            </a:endParaRPr>
          </a:p>
          <a:p>
            <a:pPr marL="743040" lvl="1" indent="-285840">
              <a:lnSpc>
                <a:spcPct val="100000"/>
              </a:lnSpc>
              <a:spcBef>
                <a:spcPts val="561"/>
              </a:spcBef>
              <a:buClr>
                <a:srgbClr val="000000"/>
              </a:buClr>
              <a:buFont typeface="Symbol" charset="2"/>
              <a:buChar char=""/>
            </a:pPr>
            <a:r>
              <a:rPr lang="en-US" sz="2800" b="0" u="none" strike="noStrike">
                <a:solidFill>
                  <a:schemeClr val="dk1"/>
                </a:solidFill>
                <a:effectLst/>
                <a:uFillTx/>
                <a:latin typeface="Arial"/>
                <a:ea typeface="SimSun"/>
              </a:rPr>
              <a:t>Second level</a:t>
            </a:r>
            <a:endParaRPr lang="en-US" sz="2800" b="0" u="none" strike="noStrike">
              <a:solidFill>
                <a:srgbClr val="000000"/>
              </a:solidFill>
              <a:effectLst/>
              <a:uFillTx/>
              <a:latin typeface="Arial"/>
            </a:endParaRPr>
          </a:p>
          <a:p>
            <a:pPr marL="1143000" lvl="2" indent="-228600">
              <a:lnSpc>
                <a:spcPct val="100000"/>
              </a:lnSpc>
              <a:spcBef>
                <a:spcPts val="479"/>
              </a:spcBef>
              <a:buClr>
                <a:srgbClr val="000000"/>
              </a:buClr>
              <a:buFont typeface="Symbol" charset="2"/>
              <a:buChar char=""/>
            </a:pPr>
            <a:r>
              <a:rPr lang="en-US" sz="2400" b="0" u="none" strike="noStrike">
                <a:solidFill>
                  <a:schemeClr val="dk1"/>
                </a:solidFill>
                <a:effectLst/>
                <a:uFillTx/>
                <a:latin typeface="Arial"/>
                <a:ea typeface="SimSun"/>
              </a:rPr>
              <a:t>Third level</a:t>
            </a:r>
            <a:endParaRPr lang="en-US" sz="2400" b="0" u="none" strike="noStrike">
              <a:solidFill>
                <a:srgbClr val="000000"/>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SimSun"/>
              </a:rPr>
              <a:t>Fourth level</a:t>
            </a:r>
            <a:endParaRPr lang="en-US" sz="2000" b="0" u="none" strike="noStrike">
              <a:solidFill>
                <a:srgbClr val="000000"/>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SimSun"/>
              </a:rPr>
              <a:t>Fifth level</a:t>
            </a:r>
            <a:endParaRPr lang="en-US" sz="2000" b="0" u="none" strike="noStrike">
              <a:solidFill>
                <a:srgbClr val="000000"/>
              </a:solidFill>
              <a:effectLst/>
              <a:uFillTx/>
              <a:latin typeface="Arial"/>
            </a:endParaRPr>
          </a:p>
        </p:txBody>
      </p:sp>
      <p:sp>
        <p:nvSpPr>
          <p:cNvPr id="55" name="PlaceHolder 4"/>
          <p:cNvSpPr>
            <a:spLocks noGrp="1"/>
          </p:cNvSpPr>
          <p:nvPr>
            <p:ph type="dt" idx="25"/>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56" name="PlaceHolder 5"/>
          <p:cNvSpPr>
            <a:spLocks noGrp="1"/>
          </p:cNvSpPr>
          <p:nvPr>
            <p:ph type="ftr" idx="26"/>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57" name="PlaceHolder 6"/>
          <p:cNvSpPr>
            <a:spLocks noGrp="1"/>
          </p:cNvSpPr>
          <p:nvPr>
            <p:ph type="sldNum" idx="27"/>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pic>
        <p:nvPicPr>
          <p:cNvPr id="58" name="Picture 10"/>
          <p:cNvPicPr/>
          <p:nvPr/>
        </p:nvPicPr>
        <p:blipFill>
          <a:blip r:embed="rId2"/>
          <a:stretch/>
        </p:blipFill>
        <p:spPr>
          <a:xfrm>
            <a:off x="0" y="0"/>
            <a:ext cx="12176640" cy="6842520"/>
          </a:xfrm>
          <a:prstGeom prst="rect">
            <a:avLst/>
          </a:prstGeom>
          <a:noFill/>
          <a:ln w="9525">
            <a:noFill/>
          </a:ln>
        </p:spPr>
      </p:pic>
      <p:sp>
        <p:nvSpPr>
          <p:cNvPr id="59" name="PlaceHolder 1"/>
          <p:cNvSpPr>
            <a:spLocks noGrp="1"/>
          </p:cNvSpPr>
          <p:nvPr>
            <p:ph type="title"/>
          </p:nvPr>
        </p:nvSpPr>
        <p:spPr>
          <a:xfrm>
            <a:off x="840240" y="365040"/>
            <a:ext cx="10500120" cy="1310040"/>
          </a:xfrm>
          <a:prstGeom prst="rect">
            <a:avLst/>
          </a:prstGeom>
          <a:noFill/>
          <a:ln w="9360">
            <a:noFill/>
          </a:ln>
        </p:spPr>
        <p:txBody>
          <a:bodyPr lIns="90000" rIns="90000" tIns="45000" bIns="45000" anchor="ctr">
            <a:noAutofit/>
          </a:bodyPr>
          <a:p>
            <a:pPr indent="0">
              <a:lnSpc>
                <a:spcPct val="100000"/>
              </a:lnSpc>
              <a:buNone/>
              <a:tabLst>
                <a:tab algn="l" pos="0"/>
              </a:tabLst>
            </a:pPr>
            <a:r>
              <a:rPr lang="en-US" sz="3600" b="0" u="none" strike="noStrike">
                <a:solidFill>
                  <a:schemeClr val="dk1"/>
                </a:solidFill>
                <a:effectLst/>
                <a:uFillTx/>
                <a:latin typeface="Arial"/>
                <a:ea typeface="SimSun"/>
              </a:rPr>
              <a:t>Click to edit Master title style</a:t>
            </a:r>
            <a:endParaRPr lang="en-US" sz="3600" b="0" u="none" strike="noStrike">
              <a:solidFill>
                <a:srgbClr val="000000"/>
              </a:solidFill>
              <a:effectLst/>
              <a:uFillTx/>
              <a:latin typeface="Arial"/>
            </a:endParaRPr>
          </a:p>
        </p:txBody>
      </p:sp>
      <p:sp>
        <p:nvSpPr>
          <p:cNvPr id="60" name="PlaceHolder 2"/>
          <p:cNvSpPr>
            <a:spLocks noGrp="1"/>
          </p:cNvSpPr>
          <p:nvPr>
            <p:ph type="body"/>
          </p:nvPr>
        </p:nvSpPr>
        <p:spPr>
          <a:xfrm>
            <a:off x="840240" y="1681200"/>
            <a:ext cx="5142960" cy="808560"/>
          </a:xfrm>
          <a:prstGeom prst="rect">
            <a:avLst/>
          </a:prstGeom>
          <a:noFill/>
          <a:ln w="9360">
            <a:noFill/>
          </a:ln>
        </p:spPr>
        <p:txBody>
          <a:bodyPr lIns="90000" rIns="90000" tIns="45000" bIns="45000" anchor="b">
            <a:noAutofit/>
          </a:bodyPr>
          <a:p>
            <a:pPr indent="0">
              <a:lnSpc>
                <a:spcPct val="100000"/>
              </a:lnSpc>
              <a:spcBef>
                <a:spcPts val="479"/>
              </a:spcBef>
              <a:buNone/>
              <a:tabLst>
                <a:tab algn="l" pos="0"/>
              </a:tabLst>
            </a:pPr>
            <a:r>
              <a:rPr lang="en-US" sz="2400" b="1" u="none" strike="noStrike">
                <a:solidFill>
                  <a:schemeClr val="dk1"/>
                </a:solidFill>
                <a:effectLst/>
                <a:uFillTx/>
                <a:latin typeface="Arial"/>
                <a:ea typeface="SimSun"/>
              </a:rPr>
              <a:t>Click to edit Master text styles</a:t>
            </a:r>
            <a:endParaRPr lang="en-US" sz="2400" b="0" u="none" strike="noStrike">
              <a:solidFill>
                <a:srgbClr val="000000"/>
              </a:solidFill>
              <a:effectLst/>
              <a:uFillTx/>
              <a:latin typeface="Arial"/>
            </a:endParaRPr>
          </a:p>
        </p:txBody>
      </p:sp>
      <p:sp>
        <p:nvSpPr>
          <p:cNvPr id="61" name="PlaceHolder 3"/>
          <p:cNvSpPr>
            <a:spLocks noGrp="1"/>
          </p:cNvSpPr>
          <p:nvPr>
            <p:ph type="body"/>
          </p:nvPr>
        </p:nvSpPr>
        <p:spPr>
          <a:xfrm>
            <a:off x="840240" y="2505240"/>
            <a:ext cx="5142960" cy="366912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lang="en-US" sz="3200" b="0" u="none" strike="noStrike">
                <a:solidFill>
                  <a:schemeClr val="dk1"/>
                </a:solidFill>
                <a:effectLst/>
                <a:uFillTx/>
                <a:latin typeface="Arial"/>
                <a:ea typeface="SimSun"/>
              </a:rPr>
              <a:t>Click to edit Master text styles</a:t>
            </a:r>
            <a:endParaRPr lang="en-US" sz="3200" b="0" u="none" strike="noStrike">
              <a:solidFill>
                <a:srgbClr val="000000"/>
              </a:solidFill>
              <a:effectLst/>
              <a:uFillTx/>
              <a:latin typeface="Arial"/>
            </a:endParaRPr>
          </a:p>
          <a:p>
            <a:pPr marL="743040" lvl="1" indent="-285840">
              <a:lnSpc>
                <a:spcPct val="100000"/>
              </a:lnSpc>
              <a:spcBef>
                <a:spcPts val="561"/>
              </a:spcBef>
              <a:buClr>
                <a:srgbClr val="000000"/>
              </a:buClr>
              <a:buFont typeface="Symbol" charset="2"/>
              <a:buChar char=""/>
            </a:pPr>
            <a:r>
              <a:rPr lang="en-US" sz="2800" b="0" u="none" strike="noStrike">
                <a:solidFill>
                  <a:schemeClr val="dk1"/>
                </a:solidFill>
                <a:effectLst/>
                <a:uFillTx/>
                <a:latin typeface="Arial"/>
                <a:ea typeface="SimSun"/>
              </a:rPr>
              <a:t>Second level</a:t>
            </a:r>
            <a:endParaRPr lang="en-US" sz="2800" b="0" u="none" strike="noStrike">
              <a:solidFill>
                <a:srgbClr val="000000"/>
              </a:solidFill>
              <a:effectLst/>
              <a:uFillTx/>
              <a:latin typeface="Arial"/>
            </a:endParaRPr>
          </a:p>
          <a:p>
            <a:pPr marL="1143000" lvl="2" indent="-228600">
              <a:lnSpc>
                <a:spcPct val="100000"/>
              </a:lnSpc>
              <a:spcBef>
                <a:spcPts val="479"/>
              </a:spcBef>
              <a:buClr>
                <a:srgbClr val="000000"/>
              </a:buClr>
              <a:buFont typeface="Symbol" charset="2"/>
              <a:buChar char=""/>
            </a:pPr>
            <a:r>
              <a:rPr lang="en-US" sz="2400" b="0" u="none" strike="noStrike">
                <a:solidFill>
                  <a:schemeClr val="dk1"/>
                </a:solidFill>
                <a:effectLst/>
                <a:uFillTx/>
                <a:latin typeface="Arial"/>
                <a:ea typeface="SimSun"/>
              </a:rPr>
              <a:t>Third level</a:t>
            </a:r>
            <a:endParaRPr lang="en-US" sz="2400" b="0" u="none" strike="noStrike">
              <a:solidFill>
                <a:srgbClr val="000000"/>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SimSun"/>
              </a:rPr>
              <a:t>Fourth level</a:t>
            </a:r>
            <a:endParaRPr lang="en-US" sz="2000" b="0" u="none" strike="noStrike">
              <a:solidFill>
                <a:srgbClr val="000000"/>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SimSun"/>
              </a:rPr>
              <a:t>Fifth level</a:t>
            </a:r>
            <a:endParaRPr lang="en-US" sz="2000" b="0" u="none" strike="noStrike">
              <a:solidFill>
                <a:srgbClr val="000000"/>
              </a:solidFill>
              <a:effectLst/>
              <a:uFillTx/>
              <a:latin typeface="Arial"/>
            </a:endParaRPr>
          </a:p>
        </p:txBody>
      </p:sp>
      <p:sp>
        <p:nvSpPr>
          <p:cNvPr id="62" name="PlaceHolder 4"/>
          <p:cNvSpPr>
            <a:spLocks noGrp="1"/>
          </p:cNvSpPr>
          <p:nvPr>
            <p:ph type="body"/>
          </p:nvPr>
        </p:nvSpPr>
        <p:spPr>
          <a:xfrm>
            <a:off x="6172200" y="1681200"/>
            <a:ext cx="5168160" cy="808560"/>
          </a:xfrm>
          <a:prstGeom prst="rect">
            <a:avLst/>
          </a:prstGeom>
          <a:noFill/>
          <a:ln w="9360">
            <a:noFill/>
          </a:ln>
        </p:spPr>
        <p:txBody>
          <a:bodyPr lIns="90000" rIns="90000" tIns="45000" bIns="45000" anchor="b">
            <a:noAutofit/>
          </a:bodyPr>
          <a:p>
            <a:pPr indent="0">
              <a:lnSpc>
                <a:spcPct val="100000"/>
              </a:lnSpc>
              <a:spcBef>
                <a:spcPts val="479"/>
              </a:spcBef>
              <a:buNone/>
              <a:tabLst>
                <a:tab algn="l" pos="0"/>
              </a:tabLst>
            </a:pPr>
            <a:r>
              <a:rPr lang="en-US" sz="2400" b="1" u="none" strike="noStrike">
                <a:solidFill>
                  <a:schemeClr val="dk1"/>
                </a:solidFill>
                <a:effectLst/>
                <a:uFillTx/>
                <a:latin typeface="Arial"/>
                <a:ea typeface="SimSun"/>
              </a:rPr>
              <a:t>Click to edit Master text styles</a:t>
            </a:r>
            <a:endParaRPr lang="en-US" sz="2400" b="0" u="none" strike="noStrike">
              <a:solidFill>
                <a:srgbClr val="000000"/>
              </a:solidFill>
              <a:effectLst/>
              <a:uFillTx/>
              <a:latin typeface="Arial"/>
            </a:endParaRPr>
          </a:p>
        </p:txBody>
      </p:sp>
      <p:sp>
        <p:nvSpPr>
          <p:cNvPr id="63" name="PlaceHolder 5"/>
          <p:cNvSpPr>
            <a:spLocks noGrp="1"/>
          </p:cNvSpPr>
          <p:nvPr>
            <p:ph type="body"/>
          </p:nvPr>
        </p:nvSpPr>
        <p:spPr>
          <a:xfrm>
            <a:off x="6172200" y="2505240"/>
            <a:ext cx="5168160" cy="366912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lang="en-US" sz="3200" b="0" u="none" strike="noStrike">
                <a:solidFill>
                  <a:schemeClr val="dk1"/>
                </a:solidFill>
                <a:effectLst/>
                <a:uFillTx/>
                <a:latin typeface="Arial"/>
                <a:ea typeface="SimSun"/>
              </a:rPr>
              <a:t>Click to edit Master text styles</a:t>
            </a:r>
            <a:endParaRPr lang="en-US" sz="3200" b="0" u="none" strike="noStrike">
              <a:solidFill>
                <a:srgbClr val="000000"/>
              </a:solidFill>
              <a:effectLst/>
              <a:uFillTx/>
              <a:latin typeface="Arial"/>
            </a:endParaRPr>
          </a:p>
          <a:p>
            <a:pPr marL="743040" lvl="1" indent="-285840">
              <a:lnSpc>
                <a:spcPct val="100000"/>
              </a:lnSpc>
              <a:spcBef>
                <a:spcPts val="561"/>
              </a:spcBef>
              <a:buClr>
                <a:srgbClr val="000000"/>
              </a:buClr>
              <a:buFont typeface="Symbol" charset="2"/>
              <a:buChar char=""/>
            </a:pPr>
            <a:r>
              <a:rPr lang="en-US" sz="2800" b="0" u="none" strike="noStrike">
                <a:solidFill>
                  <a:schemeClr val="dk1"/>
                </a:solidFill>
                <a:effectLst/>
                <a:uFillTx/>
                <a:latin typeface="Arial"/>
                <a:ea typeface="SimSun"/>
              </a:rPr>
              <a:t>Second level</a:t>
            </a:r>
            <a:endParaRPr lang="en-US" sz="2800" b="0" u="none" strike="noStrike">
              <a:solidFill>
                <a:srgbClr val="000000"/>
              </a:solidFill>
              <a:effectLst/>
              <a:uFillTx/>
              <a:latin typeface="Arial"/>
            </a:endParaRPr>
          </a:p>
          <a:p>
            <a:pPr marL="1143000" lvl="2" indent="-228600">
              <a:lnSpc>
                <a:spcPct val="100000"/>
              </a:lnSpc>
              <a:spcBef>
                <a:spcPts val="479"/>
              </a:spcBef>
              <a:buClr>
                <a:srgbClr val="000000"/>
              </a:buClr>
              <a:buFont typeface="Symbol" charset="2"/>
              <a:buChar char=""/>
            </a:pPr>
            <a:r>
              <a:rPr lang="en-US" sz="2400" b="0" u="none" strike="noStrike">
                <a:solidFill>
                  <a:schemeClr val="dk1"/>
                </a:solidFill>
                <a:effectLst/>
                <a:uFillTx/>
                <a:latin typeface="Arial"/>
                <a:ea typeface="SimSun"/>
              </a:rPr>
              <a:t>Third level</a:t>
            </a:r>
            <a:endParaRPr lang="en-US" sz="2400" b="0" u="none" strike="noStrike">
              <a:solidFill>
                <a:srgbClr val="000000"/>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SimSun"/>
              </a:rPr>
              <a:t>Fourth level</a:t>
            </a:r>
            <a:endParaRPr lang="en-US" sz="2000" b="0" u="none" strike="noStrike">
              <a:solidFill>
                <a:srgbClr val="000000"/>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SimSun"/>
              </a:rPr>
              <a:t>Fifth level</a:t>
            </a:r>
            <a:endParaRPr lang="en-US" sz="2000" b="0" u="none" strike="noStrike">
              <a:solidFill>
                <a:srgbClr val="000000"/>
              </a:solidFill>
              <a:effectLst/>
              <a:uFillTx/>
              <a:latin typeface="Arial"/>
            </a:endParaRPr>
          </a:p>
        </p:txBody>
      </p:sp>
      <p:sp>
        <p:nvSpPr>
          <p:cNvPr id="64" name="PlaceHolder 6"/>
          <p:cNvSpPr>
            <a:spLocks noGrp="1"/>
          </p:cNvSpPr>
          <p:nvPr>
            <p:ph type="dt" idx="28"/>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65" name="PlaceHolder 7"/>
          <p:cNvSpPr>
            <a:spLocks noGrp="1"/>
          </p:cNvSpPr>
          <p:nvPr>
            <p:ph type="ftr" idx="29"/>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66" name="PlaceHolder 8"/>
          <p:cNvSpPr>
            <a:spLocks noGrp="1"/>
          </p:cNvSpPr>
          <p:nvPr>
            <p:ph type="sldNum" idx="30"/>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pic>
        <p:nvPicPr>
          <p:cNvPr id="67" name="Picture 10"/>
          <p:cNvPicPr/>
          <p:nvPr/>
        </p:nvPicPr>
        <p:blipFill>
          <a:blip r:embed="rId2"/>
          <a:stretch/>
        </p:blipFill>
        <p:spPr>
          <a:xfrm>
            <a:off x="0" y="0"/>
            <a:ext cx="12176640" cy="6842520"/>
          </a:xfrm>
          <a:prstGeom prst="rect">
            <a:avLst/>
          </a:prstGeom>
          <a:noFill/>
          <a:ln w="9525">
            <a:noFill/>
          </a:ln>
        </p:spPr>
      </p:pic>
      <p:sp>
        <p:nvSpPr>
          <p:cNvPr id="68" name="PlaceHolder 1"/>
          <p:cNvSpPr>
            <a:spLocks noGrp="1"/>
          </p:cNvSpPr>
          <p:nvPr>
            <p:ph type="dt" idx="31"/>
          </p:nvPr>
        </p:nvSpPr>
        <p:spPr>
          <a:xfrm>
            <a:off x="609480" y="6245280"/>
            <a:ext cx="2829240" cy="460800"/>
          </a:xfrm>
          <a:prstGeom prst="rect">
            <a:avLst/>
          </a:prstGeom>
          <a:noFill/>
          <a:ln w="0">
            <a:noFill/>
          </a:ln>
        </p:spPr>
        <p:txBody>
          <a:bodyPr numCol="1" spcCol="0" lIns="91440" rIns="91440" tIns="45720" bIns="45720" anchor="t">
            <a:noAutofit/>
          </a:bodyPr>
          <a:lstStyle>
            <a:lvl1pPr indent="0"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defTabSz="914400">
              <a:lnSpc>
                <a:spcPct val="100000"/>
              </a:lnSpc>
              <a:buNone/>
              <a:tabLst>
                <a:tab algn="l" pos="0"/>
              </a:tabLst>
            </a:pPr>
            <a:r>
              <a:rPr lang="en-US" sz="1400" b="0" u="none" strike="noStrike">
                <a:solidFill>
                  <a:srgbClr val="000000"/>
                </a:solidFill>
                <a:effectLst/>
                <a:uFillTx/>
                <a:latin typeface="Times New Roman"/>
                <a:ea typeface="SimSun"/>
              </a:rPr>
              <a:t>&lt;date/time&gt;</a:t>
            </a:r>
            <a:endParaRPr lang="en-US" sz="1400" b="0" u="none" strike="noStrike">
              <a:solidFill>
                <a:srgbClr val="000000"/>
              </a:solidFill>
              <a:effectLst/>
              <a:uFillTx/>
              <a:latin typeface="Times New Roman"/>
            </a:endParaRPr>
          </a:p>
        </p:txBody>
      </p:sp>
      <p:sp>
        <p:nvSpPr>
          <p:cNvPr id="69" name="PlaceHolder 2"/>
          <p:cNvSpPr>
            <a:spLocks noGrp="1"/>
          </p:cNvSpPr>
          <p:nvPr>
            <p:ph type="ftr" idx="32"/>
          </p:nvPr>
        </p:nvSpPr>
        <p:spPr>
          <a:xfrm>
            <a:off x="4165560" y="6245280"/>
            <a:ext cx="3845160" cy="4608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lang="en-US" sz="1400" b="0" u="none" strike="noStrike">
                <a:solidFill>
                  <a:srgbClr val="000000"/>
                </a:solidFill>
                <a:effectLst/>
                <a:uFillTx/>
                <a:latin typeface="Times New Roman"/>
                <a:ea typeface="SimSun"/>
              </a:defRPr>
            </a:lvl1pPr>
          </a:lstStyle>
          <a:p>
            <a:pPr indent="0" algn="ctr" defTabSz="914400">
              <a:lnSpc>
                <a:spcPct val="100000"/>
              </a:lnSpc>
              <a:buNone/>
              <a:tabLst>
                <a:tab algn="l" pos="0"/>
              </a:tabLst>
            </a:pPr>
            <a:r>
              <a:rPr lang="en-US" sz="1400" b="0" u="none" strike="noStrike">
                <a:solidFill>
                  <a:srgbClr val="000000"/>
                </a:solidFill>
                <a:effectLst/>
                <a:uFillTx/>
                <a:latin typeface="Times New Roman"/>
                <a:ea typeface="SimSun"/>
              </a:rPr>
              <a:t>&lt;footer&gt;</a:t>
            </a:r>
            <a:endParaRPr lang="en-US" sz="1400" b="0" u="none" strike="noStrike">
              <a:solidFill>
                <a:srgbClr val="000000"/>
              </a:solidFill>
              <a:effectLst/>
              <a:uFillTx/>
              <a:latin typeface="Times New Roman"/>
            </a:endParaRPr>
          </a:p>
        </p:txBody>
      </p:sp>
      <p:sp>
        <p:nvSpPr>
          <p:cNvPr id="70" name="PlaceHolder 3"/>
          <p:cNvSpPr>
            <a:spLocks noGrp="1"/>
          </p:cNvSpPr>
          <p:nvPr>
            <p:ph type="sldNum" idx="33"/>
          </p:nvPr>
        </p:nvSpPr>
        <p:spPr>
          <a:xfrm>
            <a:off x="8737560" y="6245280"/>
            <a:ext cx="2829240" cy="46080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image" Target="../media/image12.wmf"/><Relationship Id="rId3"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6.xml"/>
</Relationships>
</file>

<file path=ppt/slides/_rels/slide21.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image" Target="../media/image12.wmf"/><Relationship Id="rId3"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6.xml"/>
</Relationships>
</file>

<file path=ppt/slides/_rels/slide23.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19.png"/><Relationship Id="rId8" Type="http://schemas.openxmlformats.org/officeDocument/2006/relationships/image" Target="../media/image15.png"/><Relationship Id="rId9"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ubTitle"/>
          </p:nvPr>
        </p:nvSpPr>
        <p:spPr>
          <a:xfrm>
            <a:off x="734760" y="1720800"/>
            <a:ext cx="10323000" cy="2885040"/>
          </a:xfrm>
          <a:prstGeom prst="rect">
            <a:avLst/>
          </a:prstGeom>
          <a:noFill/>
          <a:ln w="9360">
            <a:noFill/>
          </a:ln>
        </p:spPr>
        <p:txBody>
          <a:bodyPr lIns="91440" rIns="91440" tIns="45720" bIns="45720" anchor="t">
            <a:noAutofit/>
          </a:bodyPr>
          <a:p>
            <a:pPr algn="ctr">
              <a:lnSpc>
                <a:spcPct val="100000"/>
              </a:lnSpc>
              <a:spcBef>
                <a:spcPts val="859"/>
              </a:spcBef>
              <a:tabLst>
                <a:tab algn="l" pos="0"/>
              </a:tabLst>
            </a:pPr>
            <a:r>
              <a:rPr lang="en-US" sz="4300" b="1" i="1" u="none" strike="noStrike">
                <a:solidFill>
                  <a:srgbClr val="c00000"/>
                </a:solidFill>
                <a:effectLst/>
                <a:uFillTx/>
                <a:latin typeface="Arial"/>
                <a:ea typeface="SimSun"/>
              </a:rPr>
              <a:t>3D Image Segmentation and Quantification of Lysosomes</a:t>
            </a:r>
            <a:endParaRPr lang="en-US" sz="4300" b="0" u="none" strike="noStrike">
              <a:solidFill>
                <a:srgbClr val="000000"/>
              </a:solidFill>
              <a:effectLst/>
              <a:uFillTx/>
              <a:latin typeface="Arial"/>
            </a:endParaRPr>
          </a:p>
          <a:p>
            <a:pPr algn="ctr">
              <a:lnSpc>
                <a:spcPct val="100000"/>
              </a:lnSpc>
              <a:spcBef>
                <a:spcPts val="859"/>
              </a:spcBef>
              <a:tabLst>
                <a:tab algn="l" pos="0"/>
              </a:tabLst>
            </a:pPr>
            <a:r>
              <a:rPr lang="en-US" sz="4300" b="1" i="1" u="none" strike="noStrike">
                <a:solidFill>
                  <a:srgbClr val="c00000"/>
                </a:solidFill>
                <a:effectLst/>
                <a:uFillTx/>
                <a:latin typeface="Arial"/>
                <a:ea typeface="SimSun"/>
              </a:rPr>
              <a:t>16/4/2025</a:t>
            </a:r>
            <a:endParaRPr lang="en-US" sz="4300" b="0" u="none" strike="noStrike">
              <a:solidFill>
                <a:srgbClr val="000000"/>
              </a:solidFill>
              <a:effectLst/>
              <a:uFillTx/>
              <a:latin typeface="Arial"/>
            </a:endParaRPr>
          </a:p>
          <a:p>
            <a:pPr algn="ctr">
              <a:lnSpc>
                <a:spcPct val="100000"/>
              </a:lnSpc>
              <a:spcBef>
                <a:spcPts val="859"/>
              </a:spcBef>
              <a:tabLst>
                <a:tab algn="l" pos="0"/>
              </a:tabLst>
            </a:pPr>
            <a:endParaRPr lang="en-US" sz="4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242280" y="-16560"/>
            <a:ext cx="10957320" cy="428040"/>
          </a:xfrm>
          <a:prstGeom prst="rect">
            <a:avLst/>
          </a:prstGeom>
          <a:noFill/>
          <a:ln w="0">
            <a:noFill/>
          </a:ln>
        </p:spPr>
        <p:txBody>
          <a:bodyPr lIns="0" rIns="0" tIns="0" bIns="0" anchor="ctr">
            <a:spAutoFit/>
          </a:bodyPr>
          <a:p>
            <a:pPr indent="0" algn="ctr">
              <a:lnSpc>
                <a:spcPct val="100000"/>
              </a:lnSpc>
              <a:buNone/>
              <a:tabLst>
                <a:tab algn="l" pos="0"/>
              </a:tabLst>
            </a:pPr>
            <a:r>
              <a:rPr lang="en-US" sz="2800" b="1" u="none" strike="noStrike">
                <a:solidFill>
                  <a:srgbClr val="ff0000"/>
                </a:solidFill>
                <a:effectLst/>
                <a:uFillTx/>
                <a:latin typeface="Arial"/>
              </a:rPr>
              <a:t>SPOTIFLOW</a:t>
            </a:r>
            <a:endParaRPr lang="en-US" sz="2800" b="0" u="none" strike="noStrike">
              <a:solidFill>
                <a:srgbClr val="000000"/>
              </a:solidFill>
              <a:effectLst/>
              <a:uFillTx/>
              <a:latin typeface="Arial"/>
            </a:endParaRPr>
          </a:p>
        </p:txBody>
      </p:sp>
      <p:sp>
        <p:nvSpPr>
          <p:cNvPr id="73" name=""/>
          <p:cNvSpPr/>
          <p:nvPr/>
        </p:nvSpPr>
        <p:spPr>
          <a:xfrm>
            <a:off x="228600" y="402840"/>
            <a:ext cx="11428200" cy="69735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4000" b="1" u="none" strike="noStrike">
                <a:solidFill>
                  <a:srgbClr val="2a6099"/>
                </a:solidFill>
                <a:effectLst/>
                <a:uFillTx/>
                <a:latin typeface="Arial"/>
                <a:ea typeface="SimSun"/>
              </a:rPr>
              <a:t>DOCUMENTATION</a:t>
            </a:r>
            <a:endParaRPr lang="en-US" sz="4000" b="0" u="none" strike="noStrike">
              <a:solidFill>
                <a:srgbClr val="000000"/>
              </a:solidFill>
              <a:effectLst/>
              <a:uFillTx/>
              <a:latin typeface="Arial"/>
            </a:endParaRPr>
          </a:p>
          <a:p>
            <a:pPr marL="216000" indent="-216000">
              <a:lnSpc>
                <a:spcPct val="100000"/>
              </a:lnSpc>
              <a:spcBef>
                <a:spcPts val="340"/>
              </a:spcBef>
              <a:spcAft>
                <a:spcPts val="142"/>
              </a:spcAft>
              <a:buClr>
                <a:srgbClr val="000000"/>
              </a:buClr>
              <a:buSzPct val="45000"/>
              <a:buFont typeface="Wingdings" charset="2"/>
              <a:buChar char=""/>
            </a:pPr>
            <a:r>
              <a:rPr lang="en-US" sz="3600" b="1" u="none" strike="noStrike">
                <a:solidFill>
                  <a:srgbClr val="000000"/>
                </a:solidFill>
                <a:effectLst/>
                <a:uFillTx/>
                <a:latin typeface="Arial"/>
                <a:ea typeface="SimSun"/>
              </a:rPr>
              <a:t>https://www.nature.com/articles/s41592-025-02662-x</a:t>
            </a:r>
            <a:r>
              <a:rPr lang="en-US" sz="3600" b="1" u="none" strike="noStrike">
                <a:solidFill>
                  <a:srgbClr val="2a6099"/>
                </a:solidFill>
                <a:effectLst/>
                <a:uFillTx/>
                <a:latin typeface="Arial"/>
                <a:ea typeface="SimSun"/>
              </a:rPr>
              <a:t>(PAPER)</a:t>
            </a:r>
            <a:r>
              <a:rPr lang="en-US" sz="3600" b="1" u="none" strike="noStrike">
                <a:solidFill>
                  <a:srgbClr val="000000"/>
                </a:solidFill>
                <a:effectLst/>
                <a:uFillTx/>
                <a:latin typeface="Arial"/>
                <a:ea typeface="SimSun"/>
              </a:rPr>
              <a:t> </a:t>
            </a:r>
            <a:endParaRPr lang="en-US" sz="3600" b="0" u="none" strike="noStrike">
              <a:solidFill>
                <a:srgbClr val="000000"/>
              </a:solidFill>
              <a:effectLst/>
              <a:uFillTx/>
              <a:latin typeface="Arial"/>
            </a:endParaRPr>
          </a:p>
          <a:p>
            <a:pPr marL="216000" indent="-216000">
              <a:lnSpc>
                <a:spcPct val="100000"/>
              </a:lnSpc>
              <a:spcBef>
                <a:spcPts val="340"/>
              </a:spcBef>
              <a:spcAft>
                <a:spcPts val="142"/>
              </a:spcAft>
              <a:buClr>
                <a:srgbClr val="000000"/>
              </a:buClr>
              <a:buSzPct val="45000"/>
              <a:buFont typeface="Wingdings" charset="2"/>
              <a:buChar char=""/>
            </a:pPr>
            <a:r>
              <a:rPr lang="en-US" sz="3600" b="1" u="none" strike="noStrike">
                <a:solidFill>
                  <a:srgbClr val="000000"/>
                </a:solidFill>
                <a:effectLst/>
                <a:uFillTx/>
                <a:latin typeface="Arial"/>
                <a:ea typeface="SimSun"/>
              </a:rPr>
              <a:t>https://weigertlab.org/spotiflow/</a:t>
            </a:r>
            <a:endParaRPr lang="en-US" sz="3600" b="0" u="none" strike="noStrike">
              <a:solidFill>
                <a:srgbClr val="000000"/>
              </a:solidFill>
              <a:effectLst/>
              <a:uFillTx/>
              <a:latin typeface="Arial"/>
            </a:endParaRPr>
          </a:p>
          <a:p>
            <a:pPr marL="216000" indent="-216000">
              <a:lnSpc>
                <a:spcPct val="100000"/>
              </a:lnSpc>
              <a:spcBef>
                <a:spcPts val="340"/>
              </a:spcBef>
              <a:spcAft>
                <a:spcPts val="142"/>
              </a:spcAft>
              <a:buClr>
                <a:srgbClr val="000000"/>
              </a:buClr>
              <a:buSzPct val="45000"/>
              <a:buFont typeface="Wingdings" charset="2"/>
              <a:buChar char=""/>
            </a:pPr>
            <a:r>
              <a:rPr lang="en-US" sz="3600" b="1" u="none" strike="noStrike">
                <a:solidFill>
                  <a:srgbClr val="000000"/>
                </a:solidFill>
                <a:effectLst/>
                <a:uFillTx/>
                <a:latin typeface="Arial"/>
                <a:ea typeface="SimSun"/>
              </a:rPr>
              <a:t>https://pypi.org/project/napari-spotiflow/</a:t>
            </a:r>
            <a:endParaRPr lang="en-US" sz="3600" b="0" u="none" strike="noStrike">
              <a:solidFill>
                <a:srgbClr val="000000"/>
              </a:solidFill>
              <a:effectLst/>
              <a:uFillTx/>
              <a:latin typeface="Arial"/>
            </a:endParaRPr>
          </a:p>
          <a:p>
            <a:pPr marL="216000" indent="-216000">
              <a:lnSpc>
                <a:spcPct val="100000"/>
              </a:lnSpc>
              <a:spcBef>
                <a:spcPts val="340"/>
              </a:spcBef>
              <a:spcAft>
                <a:spcPts val="142"/>
              </a:spcAft>
              <a:buClr>
                <a:srgbClr val="000000"/>
              </a:buClr>
              <a:buSzPct val="45000"/>
              <a:buFont typeface="Wingdings" charset="2"/>
              <a:buChar char=""/>
            </a:pPr>
            <a:r>
              <a:rPr lang="en-US" sz="3600" b="1" u="none" strike="noStrike">
                <a:solidFill>
                  <a:srgbClr val="000000"/>
                </a:solidFill>
                <a:effectLst/>
                <a:uFillTx/>
                <a:latin typeface="Arial"/>
                <a:ea typeface="SimSun"/>
              </a:rPr>
              <a:t>https://forum.image.sc/t/qupath-extension-spotiflow-is-now-available/115646</a:t>
            </a:r>
            <a:endParaRPr lang="en-US" sz="3600" b="0" u="none" strike="noStrike">
              <a:solidFill>
                <a:srgbClr val="000000"/>
              </a:solidFill>
              <a:effectLst/>
              <a:uFillTx/>
              <a:latin typeface="Arial"/>
            </a:endParaRPr>
          </a:p>
          <a:p>
            <a:pPr>
              <a:lnSpc>
                <a:spcPct val="100000"/>
              </a:lnSpc>
              <a:spcBef>
                <a:spcPts val="340"/>
              </a:spcBef>
              <a:spcAft>
                <a:spcPts val="142"/>
              </a:spcAft>
            </a:pPr>
            <a:endParaRPr lang="en-US" sz="20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624"/>
              </a:spcBef>
              <a:spcAft>
                <a:spcPts val="425"/>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242280" y="-16560"/>
            <a:ext cx="10957320" cy="428040"/>
          </a:xfrm>
          <a:prstGeom prst="rect">
            <a:avLst/>
          </a:prstGeom>
          <a:noFill/>
          <a:ln w="0">
            <a:noFill/>
          </a:ln>
        </p:spPr>
        <p:txBody>
          <a:bodyPr lIns="0" rIns="0" tIns="0" bIns="0" anchor="ctr">
            <a:spAutoFit/>
          </a:bodyPr>
          <a:p>
            <a:pPr indent="0" algn="ctr">
              <a:lnSpc>
                <a:spcPct val="100000"/>
              </a:lnSpc>
              <a:buNone/>
              <a:tabLst>
                <a:tab algn="l" pos="0"/>
              </a:tabLst>
            </a:pPr>
            <a:r>
              <a:rPr lang="en-US" sz="2800" b="1" u="none" strike="noStrike">
                <a:solidFill>
                  <a:srgbClr val="ff0000"/>
                </a:solidFill>
                <a:effectLst/>
                <a:uFillTx/>
                <a:latin typeface="Arial"/>
              </a:rPr>
              <a:t>MY SCRIPT AND SPOTIFLOW</a:t>
            </a:r>
            <a:endParaRPr lang="en-US" sz="2800" b="0" u="none" strike="noStrike">
              <a:solidFill>
                <a:srgbClr val="000000"/>
              </a:solidFill>
              <a:effectLst/>
              <a:uFillTx/>
              <a:latin typeface="Arial"/>
            </a:endParaRPr>
          </a:p>
        </p:txBody>
      </p:sp>
      <p:sp>
        <p:nvSpPr>
          <p:cNvPr id="75" name=""/>
          <p:cNvSpPr/>
          <p:nvPr/>
        </p:nvSpPr>
        <p:spPr>
          <a:xfrm>
            <a:off x="228600" y="402840"/>
            <a:ext cx="11428200" cy="49334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4000" b="1" u="none" strike="noStrike">
                <a:solidFill>
                  <a:srgbClr val="2a6099"/>
                </a:solidFill>
                <a:effectLst/>
                <a:uFillTx/>
                <a:latin typeface="Arial"/>
                <a:ea typeface="SimSun"/>
              </a:rPr>
              <a:t>Difference</a:t>
            </a:r>
            <a:endParaRPr lang="en-US" sz="4000" b="0" u="none" strike="noStrike">
              <a:solidFill>
                <a:srgbClr val="000000"/>
              </a:solidFill>
              <a:effectLst/>
              <a:uFillTx/>
              <a:latin typeface="Arial"/>
            </a:endParaRPr>
          </a:p>
          <a:p>
            <a:pPr>
              <a:lnSpc>
                <a:spcPct val="100000"/>
              </a:lnSpc>
              <a:spcBef>
                <a:spcPts val="1191"/>
              </a:spcBef>
              <a:spcAft>
                <a:spcPts val="992"/>
              </a:spcAft>
            </a:pPr>
            <a:r>
              <a:rPr lang="en-US" sz="4000" b="1" u="none" strike="noStrike">
                <a:solidFill>
                  <a:srgbClr val="2a6099"/>
                </a:solidFill>
                <a:effectLst/>
                <a:uFillTx/>
                <a:latin typeface="Arial"/>
                <a:ea typeface="SimSun"/>
              </a:rPr>
              <a:t> </a:t>
            </a:r>
            <a:endParaRPr lang="en-US" sz="4000" b="0" u="none" strike="noStrike">
              <a:solidFill>
                <a:srgbClr val="000000"/>
              </a:solidFill>
              <a:effectLst/>
              <a:uFillTx/>
              <a:latin typeface="Arial"/>
            </a:endParaRPr>
          </a:p>
          <a:p>
            <a:pPr>
              <a:lnSpc>
                <a:spcPct val="100000"/>
              </a:lnSpc>
              <a:spcBef>
                <a:spcPts val="340"/>
              </a:spcBef>
              <a:spcAft>
                <a:spcPts val="142"/>
              </a:spcAft>
            </a:pPr>
            <a:endParaRPr lang="en-US" sz="3600" b="0" u="none" strike="noStrike">
              <a:solidFill>
                <a:srgbClr val="000000"/>
              </a:solidFill>
              <a:effectLst/>
              <a:uFillTx/>
              <a:latin typeface="Arial"/>
            </a:endParaRPr>
          </a:p>
          <a:p>
            <a:pPr>
              <a:lnSpc>
                <a:spcPct val="100000"/>
              </a:lnSpc>
              <a:spcBef>
                <a:spcPts val="340"/>
              </a:spcBef>
              <a:spcAft>
                <a:spcPts val="142"/>
              </a:spcAft>
            </a:pPr>
            <a:endParaRPr lang="en-US" sz="20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624"/>
              </a:spcBef>
              <a:spcAft>
                <a:spcPts val="425"/>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graphicFrame>
        <p:nvGraphicFramePr>
          <p:cNvPr id="76" name=""/>
          <p:cNvGraphicFramePr/>
          <p:nvPr/>
        </p:nvGraphicFramePr>
        <p:xfrm>
          <a:off x="1600200" y="1600200"/>
          <a:ext cx="8457840" cy="4082400"/>
        </p:xfrm>
        <a:graphic>
          <a:graphicData uri="http://schemas.openxmlformats.org/drawingml/2006/table">
            <a:tbl>
              <a:tblPr/>
              <a:tblGrid>
                <a:gridCol w="2818800"/>
                <a:gridCol w="2818800"/>
                <a:gridCol w="2820600"/>
              </a:tblGrid>
              <a:tr h="970920">
                <a:tc>
                  <a:txBody>
                    <a:bodyPr lIns="36000" rIns="36000" tIns="36000" bIns="36000" anchor="t">
                      <a:noAutofit/>
                    </a:bodyPr>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2800" b="1" u="none" strike="noStrike">
                          <a:solidFill>
                            <a:srgbClr val="ff0000"/>
                          </a:solidFill>
                          <a:effectLst/>
                          <a:uFillTx/>
                          <a:latin typeface="Arial"/>
                        </a:rPr>
                        <a:t>MY SCRIPT</a:t>
                      </a:r>
                      <a:endParaRPr lang="en-US" sz="2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2800" b="1" u="none" strike="noStrike">
                          <a:solidFill>
                            <a:srgbClr val="ff0000"/>
                          </a:solidFill>
                          <a:effectLst/>
                          <a:uFillTx/>
                          <a:latin typeface="Arial"/>
                        </a:rPr>
                        <a:t>SPOTIFLOW</a:t>
                      </a:r>
                      <a:endParaRPr lang="en-US" sz="2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70920">
                <a:tc>
                  <a:txBody>
                    <a:bodyPr lIns="36000" rIns="36000" tIns="36000" bIns="36000" anchor="t">
                      <a:noAutofit/>
                    </a:bodyPr>
                    <a:p>
                      <a:pPr>
                        <a:lnSpc>
                          <a:spcPct val="100000"/>
                        </a:lnSpc>
                      </a:pPr>
                      <a:r>
                        <a:rPr lang="en-US" sz="1800" b="0" u="none" strike="noStrike">
                          <a:solidFill>
                            <a:srgbClr val="000000"/>
                          </a:solidFill>
                          <a:effectLst/>
                          <a:uFillTx/>
                          <a:latin typeface="Arial"/>
                        </a:rPr>
                        <a:t>DETECTION</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classical image processing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deep learning model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70920">
                <a:tc>
                  <a:txBody>
                    <a:bodyPr lIns="36000" rIns="36000" tIns="36000" bIns="36000" anchor="t">
                      <a:noAutofit/>
                    </a:bodyPr>
                    <a:p>
                      <a:pPr>
                        <a:lnSpc>
                          <a:spcPct val="100000"/>
                        </a:lnSpc>
                      </a:pPr>
                      <a:r>
                        <a:rPr lang="en-US" sz="1800" b="0" u="none" strike="noStrike">
                          <a:solidFill>
                            <a:srgbClr val="000000"/>
                          </a:solidFill>
                          <a:effectLst/>
                          <a:uFillTx/>
                          <a:latin typeface="Arial"/>
                        </a:rPr>
                        <a:t>METHOD</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LoG (blob_log) + Gaussian fit + radial refinement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trained neural network → spot prediction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73440">
                <a:tc>
                  <a:txBody>
                    <a:bodyPr lIns="36000" rIns="36000" tIns="36000" bIns="36000" anchor="t">
                      <a:noAutofit/>
                    </a:bodyPr>
                    <a:p>
                      <a:pPr>
                        <a:lnSpc>
                          <a:spcPct val="100000"/>
                        </a:lnSpc>
                      </a:pPr>
                      <a:r>
                        <a:rPr lang="en-US" sz="1800" b="0" u="none" strike="noStrike">
                          <a:solidFill>
                            <a:srgbClr val="000000"/>
                          </a:solidFill>
                          <a:effectLst/>
                          <a:uFillTx/>
                          <a:latin typeface="Arial"/>
                        </a:rPr>
                        <a:t>ASSUMPTION</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blobs are roughly Gaussian + symmetric + intensity-driven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model has learned what a lysosome looks like (shape + context)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242280" y="-16560"/>
            <a:ext cx="10957320" cy="428040"/>
          </a:xfrm>
          <a:prstGeom prst="rect">
            <a:avLst/>
          </a:prstGeom>
          <a:noFill/>
          <a:ln w="0">
            <a:noFill/>
          </a:ln>
        </p:spPr>
        <p:txBody>
          <a:bodyPr lIns="0" rIns="0" tIns="0" bIns="0" anchor="ctr">
            <a:spAutoFit/>
          </a:bodyPr>
          <a:p>
            <a:pPr indent="0" algn="ctr">
              <a:lnSpc>
                <a:spcPct val="100000"/>
              </a:lnSpc>
              <a:buNone/>
              <a:tabLst>
                <a:tab algn="l" pos="0"/>
              </a:tabLst>
            </a:pPr>
            <a:r>
              <a:rPr lang="en-US" sz="2800" b="1" u="none" strike="noStrike">
                <a:solidFill>
                  <a:srgbClr val="ff0000"/>
                </a:solidFill>
                <a:effectLst/>
                <a:uFillTx/>
                <a:latin typeface="Arial"/>
              </a:rPr>
              <a:t>MY SCRIPT AND SPOTIFLOW</a:t>
            </a:r>
            <a:endParaRPr lang="en-US" sz="2800" b="0" u="none" strike="noStrike">
              <a:solidFill>
                <a:srgbClr val="000000"/>
              </a:solidFill>
              <a:effectLst/>
              <a:uFillTx/>
              <a:latin typeface="Arial"/>
            </a:endParaRPr>
          </a:p>
        </p:txBody>
      </p:sp>
      <p:sp>
        <p:nvSpPr>
          <p:cNvPr id="78" name=""/>
          <p:cNvSpPr/>
          <p:nvPr/>
        </p:nvSpPr>
        <p:spPr>
          <a:xfrm>
            <a:off x="228600" y="402840"/>
            <a:ext cx="11428200" cy="48117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3200" b="1" u="none" strike="noStrike">
                <a:solidFill>
                  <a:srgbClr val="2a6099"/>
                </a:solidFill>
                <a:effectLst/>
                <a:uFillTx/>
                <a:latin typeface="Arial"/>
                <a:ea typeface="SimSun"/>
              </a:rPr>
              <a:t>Pipeline logic comparison </a:t>
            </a:r>
            <a:endParaRPr lang="en-US" sz="3200" b="0" u="none" strike="noStrike">
              <a:solidFill>
                <a:srgbClr val="000000"/>
              </a:solidFill>
              <a:effectLst/>
              <a:uFillTx/>
              <a:latin typeface="Arial"/>
            </a:endParaRPr>
          </a:p>
          <a:p>
            <a:pPr>
              <a:lnSpc>
                <a:spcPct val="100000"/>
              </a:lnSpc>
              <a:spcBef>
                <a:spcPts val="1191"/>
              </a:spcBef>
              <a:spcAft>
                <a:spcPts val="992"/>
              </a:spcAft>
            </a:pPr>
            <a:r>
              <a:rPr lang="en-US" sz="4000" b="1" u="none" strike="noStrike">
                <a:solidFill>
                  <a:srgbClr val="2a6099"/>
                </a:solidFill>
                <a:effectLst/>
                <a:uFillTx/>
                <a:latin typeface="Arial"/>
                <a:ea typeface="SimSun"/>
              </a:rPr>
              <a:t> </a:t>
            </a:r>
            <a:endParaRPr lang="en-US" sz="4000" b="0" u="none" strike="noStrike">
              <a:solidFill>
                <a:srgbClr val="000000"/>
              </a:solidFill>
              <a:effectLst/>
              <a:uFillTx/>
              <a:latin typeface="Arial"/>
            </a:endParaRPr>
          </a:p>
          <a:p>
            <a:pPr>
              <a:lnSpc>
                <a:spcPct val="100000"/>
              </a:lnSpc>
              <a:spcBef>
                <a:spcPts val="340"/>
              </a:spcBef>
              <a:spcAft>
                <a:spcPts val="142"/>
              </a:spcAft>
            </a:pPr>
            <a:endParaRPr lang="en-US" sz="3600" b="0" u="none" strike="noStrike">
              <a:solidFill>
                <a:srgbClr val="000000"/>
              </a:solidFill>
              <a:effectLst/>
              <a:uFillTx/>
              <a:latin typeface="Arial"/>
            </a:endParaRPr>
          </a:p>
          <a:p>
            <a:pPr>
              <a:lnSpc>
                <a:spcPct val="100000"/>
              </a:lnSpc>
              <a:spcBef>
                <a:spcPts val="340"/>
              </a:spcBef>
              <a:spcAft>
                <a:spcPts val="142"/>
              </a:spcAft>
            </a:pPr>
            <a:endParaRPr lang="en-US" sz="20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624"/>
              </a:spcBef>
              <a:spcAft>
                <a:spcPts val="425"/>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graphicFrame>
        <p:nvGraphicFramePr>
          <p:cNvPr id="79" name=""/>
          <p:cNvGraphicFramePr/>
          <p:nvPr/>
        </p:nvGraphicFramePr>
        <p:xfrm>
          <a:off x="1515240" y="1183680"/>
          <a:ext cx="9914400" cy="4082400"/>
        </p:xfrm>
        <a:graphic>
          <a:graphicData uri="http://schemas.openxmlformats.org/drawingml/2006/table">
            <a:tbl>
              <a:tblPr/>
              <a:tblGrid>
                <a:gridCol w="3304080"/>
                <a:gridCol w="3304080"/>
                <a:gridCol w="3306600"/>
              </a:tblGrid>
              <a:tr h="970920">
                <a:tc>
                  <a:txBody>
                    <a:bodyPr lIns="36000" rIns="36000" tIns="36000" bIns="36000" anchor="t">
                      <a:noAutofit/>
                    </a:bodyPr>
                    <a:p>
                      <a:pPr>
                        <a:lnSpc>
                          <a:spcPct val="100000"/>
                        </a:lnSpc>
                      </a:pPr>
                      <a:r>
                        <a:rPr lang="en-US" sz="1800" b="0" u="none" strike="noStrike">
                          <a:solidFill>
                            <a:srgbClr val="000000"/>
                          </a:solidFill>
                          <a:effectLst/>
                          <a:uFillTx/>
                          <a:latin typeface="Arial"/>
                        </a:rPr>
                        <a:t>STAGES</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2800" b="1" u="none" strike="noStrike">
                          <a:solidFill>
                            <a:srgbClr val="ff0000"/>
                          </a:solidFill>
                          <a:effectLst/>
                          <a:uFillTx/>
                          <a:latin typeface="Arial"/>
                        </a:rPr>
                        <a:t>MY SCRIPT</a:t>
                      </a:r>
                      <a:endParaRPr lang="en-US" sz="2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2800" b="1" u="none" strike="noStrike">
                          <a:solidFill>
                            <a:srgbClr val="ff0000"/>
                          </a:solidFill>
                          <a:effectLst/>
                          <a:uFillTx/>
                          <a:latin typeface="Arial"/>
                        </a:rPr>
                        <a:t>SPOTIFLOW</a:t>
                      </a:r>
                      <a:endParaRPr lang="en-US" sz="2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70920">
                <a:tc>
                  <a:txBody>
                    <a:bodyPr lIns="36000" rIns="36000" tIns="36000" bIns="36000" anchor="t">
                      <a:noAutofit/>
                    </a:bodyPr>
                    <a:p>
                      <a:pPr>
                        <a:lnSpc>
                          <a:spcPct val="100000"/>
                        </a:lnSpc>
                      </a:pPr>
                      <a:r>
                        <a:rPr lang="en-US" sz="1800" b="0" u="none" strike="noStrike">
                          <a:solidFill>
                            <a:srgbClr val="000000"/>
                          </a:solidFill>
                          <a:effectLst/>
                          <a:uFillTx/>
                          <a:latin typeface="Arial"/>
                        </a:rPr>
                        <a:t>1</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CHANNEL 1(LYSOSOMES)</a:t>
                      </a:r>
                      <a:endParaRPr lang="en-US" sz="1800" b="0" u="none" strike="noStrike">
                        <a:solidFill>
                          <a:srgbClr val="000000"/>
                        </a:solidFill>
                        <a:effectLst/>
                        <a:uFillTx/>
                        <a:latin typeface="Arial"/>
                      </a:endParaRPr>
                    </a:p>
                    <a:p>
                      <a:pPr>
                        <a:lnSpc>
                          <a:spcPct val="100000"/>
                        </a:lnSpc>
                      </a:pPr>
                      <a:r>
                        <a:rPr lang="en-US" sz="1500" b="1" u="none" strike="noStrike">
                          <a:solidFill>
                            <a:srgbClr val="000000"/>
                          </a:solidFill>
                          <a:effectLst/>
                          <a:uFillTx/>
                          <a:latin typeface="Arial"/>
                        </a:rPr>
                        <a:t>detect blobs → refine radii </a:t>
                      </a:r>
                      <a:endParaRPr lang="en-US" sz="15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Ch2 → segment cells (FIRST)</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 build mask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70920">
                <a:tc>
                  <a:txBody>
                    <a:bodyPr lIns="36000" rIns="36000" tIns="36000" bIns="36000" anchor="t">
                      <a:noAutofit/>
                    </a:bodyPr>
                    <a:p>
                      <a:pPr>
                        <a:lnSpc>
                          <a:spcPct val="100000"/>
                        </a:lnSpc>
                      </a:pPr>
                      <a:r>
                        <a:rPr lang="en-US" sz="1800" b="0" u="none" strike="noStrike">
                          <a:solidFill>
                            <a:srgbClr val="000000"/>
                          </a:solidFill>
                          <a:effectLst/>
                          <a:uFillTx/>
                          <a:latin typeface="Arial"/>
                        </a:rPr>
                        <a:t>2</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CHANNEL 2(CELLS)</a:t>
                      </a:r>
                      <a:endParaRPr lang="en-US" sz="18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rPr>
                        <a:t>segment cells </a:t>
                      </a:r>
                      <a:endParaRPr lang="en-US"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Ch1 → detect ONLY inside mask (Spotiflow)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73440">
                <a:tc>
                  <a:txBody>
                    <a:bodyPr lIns="36000" rIns="36000" tIns="36000" bIns="36000" anchor="t">
                      <a:noAutofit/>
                    </a:bodyPr>
                    <a:p>
                      <a:pPr>
                        <a:lnSpc>
                          <a:spcPct val="100000"/>
                        </a:lnSpc>
                      </a:pPr>
                      <a:r>
                        <a:rPr lang="en-US" sz="1800" b="0" u="none" strike="noStrike">
                          <a:solidFill>
                            <a:srgbClr val="000000"/>
                          </a:solidFill>
                          <a:effectLst/>
                          <a:uFillTx/>
                          <a:latin typeface="Arial"/>
                        </a:rPr>
                        <a:t>3</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classify lysosomes into cells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800" b="0" u="none" strike="noStrike">
                          <a:solidFill>
                            <a:srgbClr val="000000"/>
                          </a:solidFill>
                          <a:effectLst/>
                          <a:uFillTx/>
                          <a:latin typeface="Arial"/>
                        </a:rPr>
                        <a:t>→ refine radii</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 classify lysosomes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80" name=""/>
          <p:cNvSpPr/>
          <p:nvPr/>
        </p:nvSpPr>
        <p:spPr>
          <a:xfrm>
            <a:off x="3429000" y="5292000"/>
            <a:ext cx="6400080" cy="13201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624"/>
              </a:spcBef>
              <a:spcAft>
                <a:spcPts val="425"/>
              </a:spcAft>
              <a:buClr>
                <a:srgbClr val="000000"/>
              </a:buClr>
              <a:buSzPct val="45000"/>
              <a:buFont typeface="Wingdings" charset="2"/>
              <a:buChar char=""/>
            </a:pPr>
            <a:r>
              <a:rPr lang="en-US" sz="2400" b="1" i="1" u="none" strike="noStrike">
                <a:solidFill>
                  <a:srgbClr val="000000"/>
                </a:solidFill>
                <a:effectLst/>
                <a:uFillTx/>
                <a:latin typeface="Arial"/>
                <a:ea typeface="SimSun"/>
              </a:rPr>
              <a:t>Spotiflow uses biology (cell mask) to guide detection.</a:t>
            </a:r>
            <a:endParaRPr lang="en-US" sz="2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lang="en-US" sz="2400" b="1" i="1" u="none" strike="noStrike">
                <a:solidFill>
                  <a:srgbClr val="000000"/>
                </a:solidFill>
                <a:effectLst/>
                <a:uFillTx/>
                <a:latin typeface="Arial"/>
                <a:ea typeface="SimSun"/>
              </a:rPr>
              <a:t>My script is blind detection everywhere.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242280" y="-16560"/>
            <a:ext cx="10957320" cy="428040"/>
          </a:xfrm>
          <a:prstGeom prst="rect">
            <a:avLst/>
          </a:prstGeom>
          <a:noFill/>
          <a:ln w="0">
            <a:noFill/>
          </a:ln>
        </p:spPr>
        <p:txBody>
          <a:bodyPr lIns="0" rIns="0" tIns="0" bIns="0" anchor="ctr">
            <a:spAutoFit/>
          </a:bodyPr>
          <a:p>
            <a:pPr indent="0" algn="ctr">
              <a:lnSpc>
                <a:spcPct val="100000"/>
              </a:lnSpc>
              <a:buNone/>
              <a:tabLst>
                <a:tab algn="l" pos="0"/>
              </a:tabLst>
            </a:pPr>
            <a:r>
              <a:rPr lang="en-US" sz="2800" b="1" u="none" strike="noStrike">
                <a:solidFill>
                  <a:srgbClr val="ff0000"/>
                </a:solidFill>
                <a:effectLst/>
                <a:uFillTx/>
                <a:latin typeface="Arial"/>
              </a:rPr>
              <a:t>MY SCRIPT AND SPOTIFLOW</a:t>
            </a:r>
            <a:endParaRPr lang="en-US" sz="2800" b="0" u="none" strike="noStrike">
              <a:solidFill>
                <a:srgbClr val="000000"/>
              </a:solidFill>
              <a:effectLst/>
              <a:uFillTx/>
              <a:latin typeface="Arial"/>
            </a:endParaRPr>
          </a:p>
        </p:txBody>
      </p:sp>
      <p:sp>
        <p:nvSpPr>
          <p:cNvPr id="82" name=""/>
          <p:cNvSpPr/>
          <p:nvPr/>
        </p:nvSpPr>
        <p:spPr>
          <a:xfrm>
            <a:off x="228600" y="228600"/>
            <a:ext cx="11428200" cy="48117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3200" b="1" u="none" strike="noStrike">
                <a:solidFill>
                  <a:srgbClr val="2a6099"/>
                </a:solidFill>
                <a:effectLst/>
                <a:uFillTx/>
                <a:latin typeface="Arial"/>
                <a:ea typeface="SimSun"/>
              </a:rPr>
              <a:t>Detection strategy </a:t>
            </a:r>
            <a:endParaRPr lang="en-US" sz="3200" b="0" u="none" strike="noStrike">
              <a:solidFill>
                <a:srgbClr val="000000"/>
              </a:solidFill>
              <a:effectLst/>
              <a:uFillTx/>
              <a:latin typeface="Arial"/>
            </a:endParaRPr>
          </a:p>
          <a:p>
            <a:pPr>
              <a:lnSpc>
                <a:spcPct val="100000"/>
              </a:lnSpc>
              <a:spcBef>
                <a:spcPts val="1191"/>
              </a:spcBef>
              <a:spcAft>
                <a:spcPts val="992"/>
              </a:spcAft>
            </a:pPr>
            <a:r>
              <a:rPr lang="en-US" sz="4000" b="1" u="none" strike="noStrike">
                <a:solidFill>
                  <a:srgbClr val="2a6099"/>
                </a:solidFill>
                <a:effectLst/>
                <a:uFillTx/>
                <a:latin typeface="Arial"/>
                <a:ea typeface="SimSun"/>
              </a:rPr>
              <a:t> </a:t>
            </a:r>
            <a:endParaRPr lang="en-US" sz="4000" b="0" u="none" strike="noStrike">
              <a:solidFill>
                <a:srgbClr val="000000"/>
              </a:solidFill>
              <a:effectLst/>
              <a:uFillTx/>
              <a:latin typeface="Arial"/>
            </a:endParaRPr>
          </a:p>
          <a:p>
            <a:pPr>
              <a:lnSpc>
                <a:spcPct val="100000"/>
              </a:lnSpc>
              <a:spcBef>
                <a:spcPts val="340"/>
              </a:spcBef>
              <a:spcAft>
                <a:spcPts val="142"/>
              </a:spcAft>
            </a:pPr>
            <a:endParaRPr lang="en-US" sz="3600" b="0" u="none" strike="noStrike">
              <a:solidFill>
                <a:srgbClr val="000000"/>
              </a:solidFill>
              <a:effectLst/>
              <a:uFillTx/>
              <a:latin typeface="Arial"/>
            </a:endParaRPr>
          </a:p>
          <a:p>
            <a:pPr>
              <a:lnSpc>
                <a:spcPct val="100000"/>
              </a:lnSpc>
              <a:spcBef>
                <a:spcPts val="340"/>
              </a:spcBef>
              <a:spcAft>
                <a:spcPts val="142"/>
              </a:spcAft>
            </a:pPr>
            <a:endParaRPr lang="en-US" sz="20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624"/>
              </a:spcBef>
              <a:spcAft>
                <a:spcPts val="425"/>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graphicFrame>
        <p:nvGraphicFramePr>
          <p:cNvPr id="83" name=""/>
          <p:cNvGraphicFramePr/>
          <p:nvPr/>
        </p:nvGraphicFramePr>
        <p:xfrm>
          <a:off x="1429920" y="745920"/>
          <a:ext cx="9771120" cy="6255360"/>
        </p:xfrm>
        <a:graphic>
          <a:graphicData uri="http://schemas.openxmlformats.org/drawingml/2006/table">
            <a:tbl>
              <a:tblPr/>
              <a:tblGrid>
                <a:gridCol w="3256560"/>
                <a:gridCol w="3256560"/>
                <a:gridCol w="3258360"/>
              </a:tblGrid>
              <a:tr h="499320">
                <a:tc>
                  <a:txBody>
                    <a:bodyPr lIns="36000" rIns="36000" tIns="36000" bIns="36000" anchor="t">
                      <a:noAutofit/>
                    </a:bodyPr>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2800" b="1" u="none" strike="noStrike">
                          <a:solidFill>
                            <a:srgbClr val="ff0000"/>
                          </a:solidFill>
                          <a:effectLst/>
                          <a:uFillTx/>
                          <a:latin typeface="Arial"/>
                        </a:rPr>
                        <a:t>MY SCRIPT</a:t>
                      </a:r>
                      <a:endParaRPr lang="en-US" sz="2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2800" b="1" u="none" strike="noStrike">
                          <a:solidFill>
                            <a:srgbClr val="ff0000"/>
                          </a:solidFill>
                          <a:effectLst/>
                          <a:uFillTx/>
                          <a:latin typeface="Arial"/>
                        </a:rPr>
                        <a:t>SPOTIFLOW</a:t>
                      </a:r>
                      <a:endParaRPr lang="en-US" sz="2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121920">
                <a:tc>
                  <a:txBody>
                    <a:bodyPr lIns="36000" rIns="36000" tIns="36000" bIns="36000" anchor="t">
                      <a:noAutofit/>
                    </a:bodyPr>
                    <a:p>
                      <a:pPr>
                        <a:lnSpc>
                          <a:spcPct val="100000"/>
                        </a:lnSpc>
                      </a:pPr>
                      <a:r>
                        <a:rPr lang="en-US" sz="1800" b="0" u="none" strike="noStrike">
                          <a:solidFill>
                            <a:srgbClr val="000000"/>
                          </a:solidFill>
                          <a:effectLst/>
                          <a:uFillTx/>
                          <a:latin typeface="Arial"/>
                        </a:rPr>
                        <a:t>Strengths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spcBef>
                          <a:spcPts val="340"/>
                        </a:spcBef>
                        <a:spcAft>
                          <a:spcPts val="142"/>
                        </a:spcAft>
                      </a:pPr>
                      <a:endParaRPr lang="en-US" sz="1400" b="0" u="none" strike="noStrike">
                        <a:solidFill>
                          <a:srgbClr val="000000"/>
                        </a:solidFill>
                        <a:effectLst/>
                        <a:uFillTx/>
                        <a:latin typeface="Arial"/>
                      </a:endParaRPr>
                    </a:p>
                    <a:p>
                      <a:pPr marL="216000" indent="-216000">
                        <a:lnSpc>
                          <a:spcPct val="100000"/>
                        </a:lnSpc>
                        <a:spcBef>
                          <a:spcPts val="340"/>
                        </a:spcBef>
                        <a:spcAft>
                          <a:spcPts val="142"/>
                        </a:spcAft>
                        <a:buClr>
                          <a:srgbClr val="000000"/>
                        </a:buClr>
                        <a:buSzPct val="45000"/>
                        <a:buFont typeface="Wingdings" charset="2"/>
                        <a:buChar char=""/>
                      </a:pPr>
                      <a:r>
                        <a:rPr lang="en-US" sz="1400" b="0" u="none" strike="noStrike">
                          <a:solidFill>
                            <a:srgbClr val="000000"/>
                          </a:solidFill>
                          <a:effectLst/>
                          <a:uFillTx/>
                          <a:latin typeface="Arial"/>
                        </a:rPr>
                        <a:t>No training dependency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i="1" u="none" strike="noStrike">
                          <a:solidFill>
                            <a:srgbClr val="000000"/>
                          </a:solidFill>
                          <a:effectLst/>
                          <a:uFillTx/>
                          <a:latin typeface="Arial"/>
                        </a:rPr>
                        <a:t>Good when: </a:t>
                      </a:r>
                      <a:endParaRPr lang="en-US" sz="1400" b="0" u="none" strike="noStrike">
                        <a:solidFill>
                          <a:srgbClr val="000000"/>
                        </a:solidFill>
                        <a:effectLst/>
                        <a:uFillTx/>
                        <a:latin typeface="Arial"/>
                      </a:endParaRPr>
                    </a:p>
                    <a:p>
                      <a:pPr>
                        <a:lnSpc>
                          <a:spcPct val="100000"/>
                        </a:lnSpc>
                      </a:pPr>
                      <a:r>
                        <a:rPr lang="en-US" sz="1400" b="0" i="1" u="none" strike="noStrike">
                          <a:solidFill>
                            <a:srgbClr val="000000"/>
                          </a:solidFill>
                          <a:effectLst/>
                          <a:uFillTx/>
                          <a:latin typeface="Arial"/>
                        </a:rPr>
                        <a:t>2-Spots are round </a:t>
                      </a:r>
                      <a:endParaRPr lang="en-US" sz="1400" b="0" u="none" strike="noStrike">
                        <a:solidFill>
                          <a:srgbClr val="000000"/>
                        </a:solidFill>
                        <a:effectLst/>
                        <a:uFillTx/>
                        <a:latin typeface="Arial"/>
                      </a:endParaRPr>
                    </a:p>
                    <a:p>
                      <a:pPr>
                        <a:lnSpc>
                          <a:spcPct val="100000"/>
                        </a:lnSpc>
                      </a:pPr>
                      <a:r>
                        <a:rPr lang="en-US" sz="1400" b="0" i="1" u="none" strike="noStrike">
                          <a:solidFill>
                            <a:srgbClr val="000000"/>
                          </a:solidFill>
                          <a:effectLst/>
                          <a:uFillTx/>
                          <a:latin typeface="Arial"/>
                        </a:rPr>
                        <a:t>3-Background is relatively uniform</a:t>
                      </a:r>
                      <a:endParaRPr lang="en-US"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400" b="0" u="none" strike="noStrike">
                          <a:solidFill>
                            <a:srgbClr val="000000"/>
                          </a:solidFill>
                          <a:effectLst/>
                          <a:uFillTx/>
                          <a:latin typeface="Arial"/>
                        </a:rPr>
                        <a:t>Learned features: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1-shape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2-intensity patterns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3-local context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Much more robust to: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1-variable illumination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2-heterogeneous background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3-structured noise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Built-in suppression: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1-prob_thresh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2-min_distance</a:t>
                      </a:r>
                      <a:endParaRPr lang="en-US" sz="14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634120">
                <a:tc>
                  <a:txBody>
                    <a:bodyPr lIns="36000" rIns="36000" tIns="36000" bIns="36000" anchor="t">
                      <a:noAutofit/>
                    </a:bodyPr>
                    <a:p>
                      <a:pPr>
                        <a:lnSpc>
                          <a:spcPct val="100000"/>
                        </a:lnSpc>
                      </a:pPr>
                      <a:r>
                        <a:rPr lang="en-US" sz="1800" b="0" u="none" strike="noStrike">
                          <a:solidFill>
                            <a:srgbClr val="000000"/>
                          </a:solidFill>
                          <a:effectLst/>
                          <a:uFillTx/>
                          <a:latin typeface="Arial"/>
                        </a:rPr>
                        <a:t>Weaknesses </a:t>
                      </a: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400" b="0" u="none" strike="noStrike">
                          <a:solidFill>
                            <a:srgbClr val="000000"/>
                          </a:solidFill>
                          <a:effectLst/>
                          <a:uFillTx/>
                          <a:latin typeface="Arial"/>
                        </a:rPr>
                        <a:t>Sensitive to: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1-background gradients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2-illumination changes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3-noise spikes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Requires tuning: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1-BLOB_THRESHOLD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2-sigma ranges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Produces: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1-false positives in noisy regions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2-missed dim lysosomes</a:t>
                      </a:r>
                      <a:endParaRPr lang="en-US"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r>
                        <a:rPr lang="en-US" sz="1400" b="0" u="none" strike="noStrike">
                          <a:solidFill>
                            <a:srgbClr val="000000"/>
                          </a:solidFill>
                          <a:effectLst/>
                          <a:uFillTx/>
                          <a:latin typeface="Arial"/>
                        </a:rPr>
                        <a:t>Model: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trained on smFISH, not lysosomes</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May: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1-miss unusual morphologies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2-over-detect in textures similar to training data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rPr>
                        <a:t>Less interpretable</a:t>
                      </a:r>
                      <a:endParaRPr lang="en-US"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242280" y="-16560"/>
            <a:ext cx="10957320" cy="428040"/>
          </a:xfrm>
          <a:prstGeom prst="rect">
            <a:avLst/>
          </a:prstGeom>
          <a:noFill/>
          <a:ln w="0">
            <a:noFill/>
          </a:ln>
        </p:spPr>
        <p:txBody>
          <a:bodyPr lIns="0" rIns="0" tIns="0" bIns="0" anchor="ctr">
            <a:spAutoFit/>
          </a:bodyPr>
          <a:p>
            <a:pPr indent="0" algn="ctr">
              <a:lnSpc>
                <a:spcPct val="100000"/>
              </a:lnSpc>
              <a:buNone/>
              <a:tabLst>
                <a:tab algn="l" pos="0"/>
              </a:tabLst>
            </a:pPr>
            <a:r>
              <a:rPr lang="en-US" sz="2800" b="1" u="none" strike="noStrike">
                <a:solidFill>
                  <a:srgbClr val="ff0000"/>
                </a:solidFill>
                <a:effectLst/>
                <a:uFillTx/>
                <a:latin typeface="Arial"/>
              </a:rPr>
              <a:t>MY SCRIPT AND SPOTIFLOW</a:t>
            </a:r>
            <a:endParaRPr lang="en-US" sz="2800" b="0" u="none" strike="noStrike">
              <a:solidFill>
                <a:srgbClr val="000000"/>
              </a:solidFill>
              <a:effectLst/>
              <a:uFillTx/>
              <a:latin typeface="Arial"/>
            </a:endParaRPr>
          </a:p>
        </p:txBody>
      </p:sp>
      <p:sp>
        <p:nvSpPr>
          <p:cNvPr id="85" name=""/>
          <p:cNvSpPr/>
          <p:nvPr/>
        </p:nvSpPr>
        <p:spPr>
          <a:xfrm>
            <a:off x="228600" y="402840"/>
            <a:ext cx="11428200" cy="46288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000" b="1" u="none" strike="noStrike">
                <a:solidFill>
                  <a:srgbClr val="2a6099"/>
                </a:solidFill>
                <a:effectLst/>
                <a:uFillTx/>
                <a:latin typeface="Arial"/>
                <a:ea typeface="SimSun"/>
              </a:rPr>
              <a:t>Advantages vs Disadvantages </a:t>
            </a:r>
            <a:endParaRPr lang="en-US" sz="2000" b="0" u="none" strike="noStrike">
              <a:solidFill>
                <a:srgbClr val="000000"/>
              </a:solidFill>
              <a:effectLst/>
              <a:uFillTx/>
              <a:latin typeface="Arial"/>
            </a:endParaRPr>
          </a:p>
          <a:p>
            <a:pPr>
              <a:lnSpc>
                <a:spcPct val="100000"/>
              </a:lnSpc>
              <a:spcBef>
                <a:spcPts val="1191"/>
              </a:spcBef>
              <a:spcAft>
                <a:spcPts val="992"/>
              </a:spcAft>
            </a:pPr>
            <a:r>
              <a:rPr lang="en-US" sz="4000" b="1" u="none" strike="noStrike">
                <a:solidFill>
                  <a:srgbClr val="2a6099"/>
                </a:solidFill>
                <a:effectLst/>
                <a:uFillTx/>
                <a:latin typeface="Arial"/>
                <a:ea typeface="SimSun"/>
              </a:rPr>
              <a:t> </a:t>
            </a:r>
            <a:endParaRPr lang="en-US" sz="4000" b="0" u="none" strike="noStrike">
              <a:solidFill>
                <a:srgbClr val="000000"/>
              </a:solidFill>
              <a:effectLst/>
              <a:uFillTx/>
              <a:latin typeface="Arial"/>
            </a:endParaRPr>
          </a:p>
          <a:p>
            <a:pPr>
              <a:lnSpc>
                <a:spcPct val="100000"/>
              </a:lnSpc>
              <a:spcBef>
                <a:spcPts val="340"/>
              </a:spcBef>
              <a:spcAft>
                <a:spcPts val="142"/>
              </a:spcAft>
            </a:pPr>
            <a:endParaRPr lang="en-US" sz="3600" b="0" u="none" strike="noStrike">
              <a:solidFill>
                <a:srgbClr val="000000"/>
              </a:solidFill>
              <a:effectLst/>
              <a:uFillTx/>
              <a:latin typeface="Arial"/>
            </a:endParaRPr>
          </a:p>
          <a:p>
            <a:pPr>
              <a:lnSpc>
                <a:spcPct val="100000"/>
              </a:lnSpc>
              <a:spcBef>
                <a:spcPts val="340"/>
              </a:spcBef>
              <a:spcAft>
                <a:spcPts val="142"/>
              </a:spcAft>
            </a:pPr>
            <a:endParaRPr lang="en-US" sz="20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624"/>
              </a:spcBef>
              <a:spcAft>
                <a:spcPts val="425"/>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graphicFrame>
        <p:nvGraphicFramePr>
          <p:cNvPr id="86" name=""/>
          <p:cNvGraphicFramePr/>
          <p:nvPr/>
        </p:nvGraphicFramePr>
        <p:xfrm>
          <a:off x="1584360" y="729360"/>
          <a:ext cx="10323720" cy="6019200"/>
        </p:xfrm>
        <a:graphic>
          <a:graphicData uri="http://schemas.openxmlformats.org/drawingml/2006/table">
            <a:tbl>
              <a:tblPr/>
              <a:tblGrid>
                <a:gridCol w="2172600"/>
                <a:gridCol w="4182120"/>
                <a:gridCol w="3969360"/>
              </a:tblGrid>
              <a:tr h="468720">
                <a:tc>
                  <a:txBody>
                    <a:bodyPr lIns="36000" rIns="36000" tIns="36000" bIns="36000" anchor="t">
                      <a:noAutofit/>
                    </a:bodyPr>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2800" b="1" u="none" strike="noStrike">
                          <a:solidFill>
                            <a:srgbClr val="ff0000"/>
                          </a:solidFill>
                          <a:effectLst/>
                          <a:uFillTx/>
                          <a:latin typeface="Arial"/>
                        </a:rPr>
                        <a:t>MY SCRIPT</a:t>
                      </a:r>
                      <a:endParaRPr lang="en-US" sz="2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2800" b="1" u="none" strike="noStrike">
                          <a:solidFill>
                            <a:srgbClr val="ff0000"/>
                          </a:solidFill>
                          <a:effectLst/>
                          <a:uFillTx/>
                          <a:latin typeface="Arial"/>
                        </a:rPr>
                        <a:t>SPOTIFLOW</a:t>
                      </a:r>
                      <a:endParaRPr lang="en-US" sz="2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887920">
                <a:tc>
                  <a:txBody>
                    <a:bodyPr lIns="36000" rIns="36000" tIns="36000" bIns="36000" anchor="t">
                      <a:noAutofit/>
                    </a:bodyPr>
                    <a:p>
                      <a:pPr>
                        <a:lnSpc>
                          <a:spcPct val="100000"/>
                        </a:lnSpc>
                      </a:pPr>
                      <a:r>
                        <a:rPr lang="en-US" sz="2000" b="1" u="none" strike="noStrike">
                          <a:solidFill>
                            <a:srgbClr val="2a6099"/>
                          </a:solidFill>
                          <a:effectLst/>
                          <a:uFillTx/>
                          <a:latin typeface="Arial"/>
                          <a:ea typeface="SimSun"/>
                        </a:rPr>
                        <a:t>Advantages</a:t>
                      </a:r>
                      <a:endParaRPr lang="en-US" sz="2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Simple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Transparent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Fully controllable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No dependency on pretrained model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Works well on clean data.</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Robust to noise and illumination.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Uses biological mask → fewer false positives.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Better detection of weak signals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Less parameter tuning needed.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More consistent across datasets.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631960">
                <a:tc>
                  <a:txBody>
                    <a:bodyPr lIns="36000" rIns="36000" tIns="36000" bIns="36000" anchor="t">
                      <a:noAutofit/>
                    </a:bodyPr>
                    <a:p>
                      <a:pPr>
                        <a:lnSpc>
                          <a:spcPct val="100000"/>
                        </a:lnSpc>
                      </a:pPr>
                      <a:r>
                        <a:rPr lang="en-US" sz="2000" b="1" u="none" strike="noStrike">
                          <a:solidFill>
                            <a:srgbClr val="2a6099"/>
                          </a:solidFill>
                          <a:effectLst/>
                          <a:uFillTx/>
                          <a:latin typeface="Arial"/>
                          <a:ea typeface="SimSun"/>
                        </a:rPr>
                        <a:t>Disadvantages </a:t>
                      </a:r>
                      <a:endParaRPr lang="en-US" sz="20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Very sensitive to noise.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Needs manual tuning per dataset.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Not robust to illumination variation.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Detects outside cells → wasted detections.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Struggles with dim or irregular lysosomes.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nSpc>
                          <a:spcPct val="100000"/>
                        </a:lnSpc>
                      </a:pP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Depends on pretrained model.</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Harder to debug.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May miss atypical lysosomes.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rPr>
                        <a:t>Slightly heavier computationally.</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42280" y="-16560"/>
            <a:ext cx="10957320" cy="428040"/>
          </a:xfrm>
          <a:prstGeom prst="rect">
            <a:avLst/>
          </a:prstGeom>
          <a:noFill/>
          <a:ln w="0">
            <a:noFill/>
          </a:ln>
        </p:spPr>
        <p:txBody>
          <a:bodyPr lIns="0" rIns="0" tIns="0" bIns="0" anchor="ctr">
            <a:spAutoFit/>
          </a:bodyPr>
          <a:p>
            <a:pPr indent="0" algn="ctr">
              <a:lnSpc>
                <a:spcPct val="100000"/>
              </a:lnSpc>
              <a:buNone/>
              <a:tabLst>
                <a:tab algn="l" pos="0"/>
              </a:tabLst>
            </a:pPr>
            <a:r>
              <a:rPr lang="en-US" sz="2800" b="1" u="none" strike="noStrike">
                <a:solidFill>
                  <a:srgbClr val="ff0000"/>
                </a:solidFill>
                <a:effectLst/>
                <a:uFillTx/>
                <a:latin typeface="Arial"/>
              </a:rPr>
              <a:t>CONCLUSION</a:t>
            </a:r>
            <a:endParaRPr lang="en-US" sz="2800" b="0" u="none" strike="noStrike">
              <a:solidFill>
                <a:srgbClr val="000000"/>
              </a:solidFill>
              <a:effectLst/>
              <a:uFillTx/>
              <a:latin typeface="Arial"/>
            </a:endParaRPr>
          </a:p>
        </p:txBody>
      </p:sp>
      <p:sp>
        <p:nvSpPr>
          <p:cNvPr id="88" name=""/>
          <p:cNvSpPr/>
          <p:nvPr/>
        </p:nvSpPr>
        <p:spPr>
          <a:xfrm>
            <a:off x="228600" y="402840"/>
            <a:ext cx="11428200" cy="85402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000" b="1" u="none" strike="noStrike">
                <a:solidFill>
                  <a:srgbClr val="000000"/>
                </a:solidFill>
                <a:effectLst/>
                <a:uFillTx/>
                <a:latin typeface="Arial"/>
                <a:ea typeface="SimSun"/>
              </a:rPr>
              <a:t>SPOTIFLOW</a:t>
            </a:r>
            <a:endParaRPr lang="en-US" sz="2000" b="0" u="none" strike="noStrike">
              <a:solidFill>
                <a:srgbClr val="000000"/>
              </a:solidFill>
              <a:effectLst/>
              <a:uFillTx/>
              <a:latin typeface="Arial"/>
            </a:endParaRPr>
          </a:p>
          <a:p>
            <a:pPr>
              <a:lnSpc>
                <a:spcPct val="100000"/>
              </a:lnSpc>
              <a:spcBef>
                <a:spcPts val="1191"/>
              </a:spcBef>
              <a:spcAft>
                <a:spcPts val="992"/>
              </a:spcAft>
            </a:pPr>
            <a:r>
              <a:rPr lang="en-US" sz="2000" b="0" u="none" strike="noStrike">
                <a:solidFill>
                  <a:srgbClr val="000000"/>
                </a:solidFill>
                <a:effectLst/>
                <a:uFillTx/>
                <a:latin typeface="Arial"/>
                <a:ea typeface="SimSun"/>
              </a:rPr>
              <a:t>According to the Spotiflow documentation I can research, it works best with images that have </a:t>
            </a:r>
            <a:r>
              <a:rPr lang="en-US" sz="2000" b="0" u="none" strike="noStrike">
                <a:solidFill>
                  <a:srgbClr val="000000"/>
                </a:solidFill>
                <a:effectLst/>
                <a:uFillTx/>
                <a:latin typeface="Arial"/>
                <a:ea typeface="Microsoft YaHei"/>
              </a:rPr>
              <a:t>illumination variation</a:t>
            </a:r>
            <a:r>
              <a:rPr lang="en-US" sz="2000" b="0" u="none" strike="noStrike">
                <a:solidFill>
                  <a:srgbClr val="000000"/>
                </a:solidFill>
                <a:effectLst/>
                <a:uFillTx/>
                <a:latin typeface="Arial"/>
                <a:ea typeface="SimSun"/>
              </a:rPr>
              <a:t> and a lot of noise. However, the training model I use, called Sm Fish 3D, is not yet able to detect the correct geometry of lysosomes, which leads to over detection and many false positives. It can't capture the center of the spots or their shape, giving me incorrect radii. Its weakness is that it's not based on lysosomes, and I would have to research how to train a new model from scratch, which would take more time.</a:t>
            </a:r>
            <a:endParaRPr lang="en-US" sz="2000" b="0" u="none" strike="noStrike">
              <a:solidFill>
                <a:srgbClr val="000000"/>
              </a:solidFill>
              <a:effectLst/>
              <a:uFillTx/>
              <a:latin typeface="Arial"/>
            </a:endParaRPr>
          </a:p>
          <a:p>
            <a:pPr>
              <a:lnSpc>
                <a:spcPct val="100000"/>
              </a:lnSpc>
              <a:spcBef>
                <a:spcPts val="340"/>
              </a:spcBef>
              <a:spcAft>
                <a:spcPts val="142"/>
              </a:spcAft>
            </a:pPr>
            <a:r>
              <a:rPr lang="en-US" sz="2000" b="1" u="none" strike="noStrike">
                <a:solidFill>
                  <a:srgbClr val="000000"/>
                </a:solidFill>
                <a:effectLst/>
                <a:uFillTx/>
                <a:latin typeface="Arial"/>
                <a:ea typeface="Microsoft YaHei"/>
              </a:rPr>
              <a:t>MY SCRIPT</a:t>
            </a:r>
            <a:endParaRPr lang="en-US" sz="2000" b="0" u="none" strike="noStrike">
              <a:solidFill>
                <a:srgbClr val="000000"/>
              </a:solidFill>
              <a:effectLst/>
              <a:uFillTx/>
              <a:latin typeface="Arial"/>
            </a:endParaRPr>
          </a:p>
          <a:p>
            <a:pPr>
              <a:lnSpc>
                <a:spcPct val="100000"/>
              </a:lnSpc>
              <a:spcBef>
                <a:spcPts val="340"/>
              </a:spcBef>
              <a:spcAft>
                <a:spcPts val="142"/>
              </a:spcAft>
            </a:pPr>
            <a:r>
              <a:rPr lang="en-US" sz="2000" b="0" u="none" strike="noStrike">
                <a:solidFill>
                  <a:srgbClr val="000000"/>
                </a:solidFill>
                <a:effectLst/>
                <a:uFillTx/>
                <a:latin typeface="Arial"/>
                <a:ea typeface="Microsoft YaHei"/>
              </a:rPr>
              <a:t>Regarding my script, when dealing with noisy images and illumination variation, it needs to define more parameters, making it less automated and adaptable to other types of images, although it does manage to better capture the geometry and location of the centers of each lysosomes.</a:t>
            </a:r>
            <a:endParaRPr lang="en-US" sz="2000" b="0" u="none" strike="noStrike">
              <a:solidFill>
                <a:srgbClr val="000000"/>
              </a:solidFill>
              <a:effectLst/>
              <a:uFillTx/>
              <a:latin typeface="Arial"/>
            </a:endParaRPr>
          </a:p>
          <a:p>
            <a:pPr>
              <a:lnSpc>
                <a:spcPct val="100000"/>
              </a:lnSpc>
              <a:spcBef>
                <a:spcPts val="340"/>
              </a:spcBef>
              <a:spcAft>
                <a:spcPts val="142"/>
              </a:spcAft>
            </a:pPr>
            <a:r>
              <a:rPr lang="en-US" sz="2000" b="0" u="none" strike="noStrike">
                <a:solidFill>
                  <a:srgbClr val="000000"/>
                </a:solidFill>
                <a:effectLst/>
                <a:uFillTx/>
                <a:latin typeface="Arial"/>
                <a:ea typeface="Microsoft YaHei"/>
              </a:rPr>
              <a:t>On the other hand, I could try to improve the preprocessing before detection and try to automate more parameters.</a:t>
            </a:r>
            <a:endParaRPr lang="en-US" sz="2000" b="0" u="none" strike="noStrike">
              <a:solidFill>
                <a:srgbClr val="000000"/>
              </a:solidFill>
              <a:effectLst/>
              <a:uFillTx/>
              <a:latin typeface="Arial"/>
            </a:endParaRPr>
          </a:p>
          <a:p>
            <a:pPr>
              <a:lnSpc>
                <a:spcPct val="100000"/>
              </a:lnSpc>
              <a:spcBef>
                <a:spcPts val="340"/>
              </a:spcBef>
              <a:spcAft>
                <a:spcPts val="142"/>
              </a:spcAft>
            </a:pPr>
            <a:r>
              <a:rPr lang="en-US" sz="2000" b="1" u="none" strike="noStrike">
                <a:solidFill>
                  <a:srgbClr val="000000"/>
                </a:solidFill>
                <a:effectLst/>
                <a:uFillTx/>
                <a:latin typeface="Arial"/>
                <a:ea typeface="Microsoft YaHei"/>
              </a:rPr>
              <a:t>SOLUTION</a:t>
            </a:r>
            <a:endParaRPr lang="en-US" sz="2000" b="0" u="none" strike="noStrike">
              <a:solidFill>
                <a:srgbClr val="000000"/>
              </a:solidFill>
              <a:effectLst/>
              <a:uFillTx/>
              <a:latin typeface="Arial"/>
            </a:endParaRPr>
          </a:p>
          <a:p>
            <a:pPr>
              <a:lnSpc>
                <a:spcPct val="100000"/>
              </a:lnSpc>
              <a:spcBef>
                <a:spcPts val="340"/>
              </a:spcBef>
              <a:spcAft>
                <a:spcPts val="142"/>
              </a:spcAft>
            </a:pPr>
            <a:r>
              <a:rPr lang="en-US" sz="2000" b="0" u="none" strike="noStrike">
                <a:solidFill>
                  <a:srgbClr val="000000"/>
                </a:solidFill>
                <a:effectLst/>
                <a:uFillTx/>
                <a:latin typeface="Arial"/>
                <a:ea typeface="Microsoft YaHei"/>
              </a:rPr>
              <a:t>What I propose is, in order not to delay the project any further, while I process the new images, I will improve the preprocessing of my script to eliminate as much noise as possible and look for ways to automate more parameters.</a:t>
            </a:r>
            <a:endParaRPr lang="en-US" sz="2000" b="0" u="none" strike="noStrike">
              <a:solidFill>
                <a:srgbClr val="000000"/>
              </a:solidFill>
              <a:effectLst/>
              <a:uFillTx/>
              <a:latin typeface="Arial"/>
            </a:endParaRPr>
          </a:p>
          <a:p>
            <a:pPr>
              <a:lnSpc>
                <a:spcPct val="100000"/>
              </a:lnSpc>
              <a:spcBef>
                <a:spcPts val="57"/>
              </a:spcBef>
            </a:pPr>
            <a:endParaRPr lang="en-US" sz="20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624"/>
              </a:spcBef>
              <a:spcAft>
                <a:spcPts val="425"/>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3"/>
          <p:cNvSpPr/>
          <p:nvPr/>
        </p:nvSpPr>
        <p:spPr>
          <a:xfrm>
            <a:off x="1143000" y="2743560"/>
            <a:ext cx="10957320" cy="746640"/>
          </a:xfrm>
          <a:prstGeom prst="rect">
            <a:avLst/>
          </a:prstGeom>
          <a:noFill/>
          <a:ln w="936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3600" b="1" u="none" strike="noStrike">
                <a:solidFill>
                  <a:srgbClr val="ff0000"/>
                </a:solidFill>
                <a:effectLst/>
                <a:uFillTx/>
                <a:latin typeface="Arial"/>
                <a:ea typeface="SimSun"/>
              </a:rPr>
              <a:t>L3 1 WITH SPOTIFLOW</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3"/>
          <p:cNvSpPr/>
          <p:nvPr/>
        </p:nvSpPr>
        <p:spPr>
          <a:xfrm>
            <a:off x="228600" y="0"/>
            <a:ext cx="10957320" cy="746640"/>
          </a:xfrm>
          <a:prstGeom prst="rect">
            <a:avLst/>
          </a:prstGeom>
          <a:noFill/>
          <a:ln w="936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3600" b="1" u="none" strike="noStrike">
                <a:solidFill>
                  <a:srgbClr val="ff0000"/>
                </a:solidFill>
                <a:effectLst/>
                <a:uFillTx/>
                <a:latin typeface="Arial"/>
                <a:ea typeface="SimSun"/>
              </a:rPr>
              <a:t>SPOTIFLOW</a:t>
            </a:r>
            <a:endParaRPr lang="en-US" sz="3600" b="0" u="none" strike="noStrike">
              <a:solidFill>
                <a:srgbClr val="000000"/>
              </a:solidFill>
              <a:effectLst/>
              <a:uFillTx/>
              <a:latin typeface="Arial"/>
            </a:endParaRPr>
          </a:p>
        </p:txBody>
      </p:sp>
      <p:sp>
        <p:nvSpPr>
          <p:cNvPr id="91" name=""/>
          <p:cNvSpPr/>
          <p:nvPr/>
        </p:nvSpPr>
        <p:spPr>
          <a:xfrm>
            <a:off x="228600" y="703080"/>
            <a:ext cx="11199240" cy="7346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340"/>
              </a:spcBef>
              <a:spcAft>
                <a:spcPts val="142"/>
              </a:spcAft>
            </a:pPr>
            <a:r>
              <a:rPr lang="en-US" sz="3600" b="0" u="none" strike="noStrike">
                <a:solidFill>
                  <a:srgbClr val="000000"/>
                </a:solidFill>
                <a:effectLst/>
                <a:uFillTx/>
                <a:latin typeface="Arial"/>
                <a:ea typeface="SimSun"/>
              </a:rPr>
              <a:t>I managed to get the model to run only on the mask I generated earlier, so I no longer detect thousands of spots, but I still have false positives within the cells.</a:t>
            </a:r>
            <a:endParaRPr lang="en-US" sz="3600" b="0" u="none" strike="noStrike">
              <a:solidFill>
                <a:srgbClr val="000000"/>
              </a:solidFill>
              <a:effectLst/>
              <a:uFillTx/>
              <a:latin typeface="Arial"/>
            </a:endParaRPr>
          </a:p>
          <a:p>
            <a:pPr>
              <a:lnSpc>
                <a:spcPct val="100000"/>
              </a:lnSpc>
              <a:spcBef>
                <a:spcPts val="340"/>
              </a:spcBef>
              <a:spcAft>
                <a:spcPts val="142"/>
              </a:spcAft>
            </a:pPr>
            <a:r>
              <a:rPr lang="en-US" sz="3600" b="0" u="none" strike="noStrike">
                <a:solidFill>
                  <a:srgbClr val="000000"/>
                </a:solidFill>
                <a:effectLst/>
                <a:uFillTx/>
                <a:latin typeface="Arial"/>
                <a:ea typeface="SimSun"/>
              </a:rPr>
              <a:t> </a:t>
            </a:r>
            <a:endParaRPr lang="en-US" sz="3600" b="0" u="none" strike="noStrike">
              <a:solidFill>
                <a:srgbClr val="000000"/>
              </a:solidFill>
              <a:effectLst/>
              <a:uFillTx/>
              <a:latin typeface="Arial"/>
            </a:endParaRPr>
          </a:p>
          <a:p>
            <a:pPr>
              <a:lnSpc>
                <a:spcPct val="100000"/>
              </a:lnSpc>
              <a:spcBef>
                <a:spcPts val="340"/>
              </a:spcBef>
              <a:spcAft>
                <a:spcPts val="142"/>
              </a:spcAft>
            </a:pPr>
            <a:r>
              <a:rPr lang="en-US" sz="3600" b="0" u="none" strike="noStrike">
                <a:solidFill>
                  <a:srgbClr val="000000"/>
                </a:solidFill>
                <a:effectLst/>
                <a:uFillTx/>
                <a:latin typeface="Arial"/>
                <a:ea typeface="SimSun"/>
              </a:rPr>
              <a:t>Remove some sections to obtain the cleanest possible mask during preprocessing before applying Spotiflow. Use 2 parameters in the Spotiflow model.</a:t>
            </a:r>
            <a:endParaRPr lang="en-US" sz="3600" b="0" u="none" strike="noStrike">
              <a:solidFill>
                <a:srgbClr val="000000"/>
              </a:solidFill>
              <a:effectLst/>
              <a:uFillTx/>
              <a:latin typeface="Arial"/>
            </a:endParaRPr>
          </a:p>
          <a:p>
            <a:pPr>
              <a:lnSpc>
                <a:spcPct val="100000"/>
              </a:lnSpc>
              <a:spcBef>
                <a:spcPts val="1191"/>
              </a:spcBef>
              <a:spcAft>
                <a:spcPts val="992"/>
              </a:spcAft>
            </a:pPr>
            <a:endParaRPr lang="en-US" sz="1600" b="0" u="none" strike="noStrike">
              <a:solidFill>
                <a:srgbClr val="000000"/>
              </a:solidFill>
              <a:effectLst/>
              <a:uFillTx/>
              <a:latin typeface="Arial"/>
            </a:endParaRPr>
          </a:p>
          <a:p>
            <a:pPr>
              <a:lnSpc>
                <a:spcPct val="100000"/>
              </a:lnSpc>
              <a:spcBef>
                <a:spcPts val="340"/>
              </a:spcBef>
              <a:spcAft>
                <a:spcPts val="142"/>
              </a:spcAft>
            </a:pPr>
            <a:r>
              <a:rPr lang="en-US" sz="1600" b="0" u="none" strike="noStrike">
                <a:solidFill>
                  <a:srgbClr val="000000"/>
                </a:solidFill>
                <a:effectLst/>
                <a:uFillTx/>
                <a:latin typeface="Arial"/>
                <a:ea typeface="SimSun"/>
              </a:rPr>
              <a:t> </a:t>
            </a:r>
            <a:endParaRPr lang="en-US" sz="1600" b="0" u="none" strike="noStrike">
              <a:solidFill>
                <a:srgbClr val="000000"/>
              </a:solidFill>
              <a:effectLst/>
              <a:uFillTx/>
              <a:latin typeface="Arial"/>
            </a:endParaRPr>
          </a:p>
          <a:p>
            <a:pPr>
              <a:lnSpc>
                <a:spcPct val="100000"/>
              </a:lnSpc>
              <a:spcBef>
                <a:spcPts val="1191"/>
              </a:spcBef>
              <a:spcAft>
                <a:spcPts val="992"/>
              </a:spcAft>
            </a:pPr>
            <a:endParaRPr lang="en-US" sz="16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6"/>
          <p:cNvSpPr/>
          <p:nvPr/>
        </p:nvSpPr>
        <p:spPr>
          <a:xfrm>
            <a:off x="228600" y="0"/>
            <a:ext cx="10957320" cy="746640"/>
          </a:xfrm>
          <a:prstGeom prst="rect">
            <a:avLst/>
          </a:prstGeom>
          <a:noFill/>
          <a:ln w="936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3600" b="1" u="none" strike="noStrike">
                <a:solidFill>
                  <a:srgbClr val="ff0000"/>
                </a:solidFill>
                <a:effectLst/>
                <a:uFillTx/>
                <a:latin typeface="Arial"/>
                <a:ea typeface="SimSun"/>
              </a:rPr>
              <a:t>SPOTIFLOW PARAMETERS</a:t>
            </a:r>
            <a:endParaRPr lang="en-US" sz="3600" b="0" u="none" strike="noStrike">
              <a:solidFill>
                <a:srgbClr val="000000"/>
              </a:solidFill>
              <a:effectLst/>
              <a:uFillTx/>
              <a:latin typeface="Arial"/>
            </a:endParaRPr>
          </a:p>
        </p:txBody>
      </p:sp>
      <p:sp>
        <p:nvSpPr>
          <p:cNvPr id="93" name=""/>
          <p:cNvSpPr/>
          <p:nvPr/>
        </p:nvSpPr>
        <p:spPr>
          <a:xfrm>
            <a:off x="228600" y="703080"/>
            <a:ext cx="11199240" cy="83242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340"/>
              </a:spcBef>
              <a:spcAft>
                <a:spcPts val="142"/>
              </a:spcAft>
            </a:pPr>
            <a:endParaRPr lang="en-US" sz="16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ea typeface="SimSun"/>
              </a:rPr>
              <a:t>The parameters in Spotiflow:</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1" u="none" strike="noStrike">
                <a:solidFill>
                  <a:srgbClr val="000000"/>
                </a:solidFill>
                <a:effectLst/>
                <a:uFillTx/>
                <a:latin typeface="Arial"/>
                <a:ea typeface="SimSun"/>
              </a:rPr>
              <a:t>1)Probability threshold:</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0" u="none" strike="noStrike">
                <a:solidFill>
                  <a:srgbClr val="000000"/>
                </a:solidFill>
                <a:effectLst/>
                <a:uFillTx/>
                <a:latin typeface="Arial"/>
                <a:ea typeface="SimSun"/>
              </a:rPr>
              <a:t>The model assigns a probability (confidence) to each potential spot. Only detections above this threshold are kept.</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0" u="none" strike="noStrike">
                <a:solidFill>
                  <a:srgbClr val="000000"/>
                </a:solidFill>
                <a:effectLst/>
                <a:uFillTx/>
                <a:latin typeface="Arial"/>
                <a:ea typeface="SimSun"/>
              </a:rPr>
              <a:t>Effect:</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0" u="none" strike="noStrike">
                <a:solidFill>
                  <a:srgbClr val="000000"/>
                </a:solidFill>
                <a:effectLst/>
                <a:uFillTx/>
                <a:latin typeface="Arial"/>
                <a:ea typeface="SimSun"/>
              </a:rPr>
              <a:t>Lower value (e.g., 0.3–0.5) → more sensitive→ detects more spots, but increases false positives</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0" u="none" strike="noStrike">
                <a:solidFill>
                  <a:srgbClr val="000000"/>
                </a:solidFill>
                <a:effectLst/>
                <a:uFillTx/>
                <a:latin typeface="Arial"/>
                <a:ea typeface="SimSun"/>
              </a:rPr>
              <a:t>Higher value (e.g., 0.6–0.8) → more strict→ fewer false positives, but may miss weak/low-intensity spots</a:t>
            </a:r>
            <a:endParaRPr lang="en-US" sz="1800" b="0" u="none" strike="noStrike">
              <a:solidFill>
                <a:srgbClr val="000000"/>
              </a:solidFill>
              <a:effectLst/>
              <a:uFillTx/>
              <a:latin typeface="Arial"/>
            </a:endParaRPr>
          </a:p>
          <a:p>
            <a:pPr>
              <a:lnSpc>
                <a:spcPct val="100000"/>
              </a:lnSpc>
              <a:spcBef>
                <a:spcPts val="340"/>
              </a:spcBef>
              <a:spcAft>
                <a:spcPts val="142"/>
              </a:spcAft>
            </a:pP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1" u="none" strike="noStrike">
                <a:solidFill>
                  <a:srgbClr val="000000"/>
                </a:solidFill>
                <a:effectLst/>
                <a:uFillTx/>
                <a:latin typeface="Arial"/>
                <a:ea typeface="SimSun"/>
              </a:rPr>
              <a:t>2)Minimum distance:</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0" u="none" strike="noStrike">
                <a:solidFill>
                  <a:srgbClr val="000000"/>
                </a:solidFill>
                <a:effectLst/>
                <a:uFillTx/>
                <a:latin typeface="Arial"/>
                <a:ea typeface="SimSun"/>
              </a:rPr>
              <a:t>This controls how close two detected spots are allowed to be.</a:t>
            </a:r>
            <a:endParaRPr lang="en-US" sz="1800" b="0" u="none" strike="noStrike">
              <a:solidFill>
                <a:srgbClr val="000000"/>
              </a:solidFill>
              <a:effectLst/>
              <a:uFillTx/>
              <a:latin typeface="Arial"/>
            </a:endParaRPr>
          </a:p>
          <a:p>
            <a:pPr marL="216000" indent="-216000">
              <a:lnSpc>
                <a:spcPct val="100000"/>
              </a:lnSpc>
              <a:spcBef>
                <a:spcPts val="340"/>
              </a:spcBef>
              <a:spcAft>
                <a:spcPts val="142"/>
              </a:spcAft>
              <a:buClr>
                <a:srgbClr val="000000"/>
              </a:buClr>
              <a:buFont typeface="Wingdings" charset="2"/>
              <a:buChar char=""/>
            </a:pPr>
            <a:r>
              <a:rPr lang="en-US" sz="1800" b="0" u="none" strike="noStrike">
                <a:solidFill>
                  <a:srgbClr val="000000"/>
                </a:solidFill>
                <a:effectLst/>
                <a:uFillTx/>
                <a:latin typeface="Arial"/>
                <a:ea typeface="SimSun"/>
              </a:rPr>
              <a:t>It enforces a minimum distance (in pixels/voxels) between detected spot centers.</a:t>
            </a:r>
            <a:endParaRPr lang="en-US" sz="1800" b="0" u="none" strike="noStrike">
              <a:solidFill>
                <a:srgbClr val="000000"/>
              </a:solidFill>
              <a:effectLst/>
              <a:uFillTx/>
              <a:latin typeface="Arial"/>
            </a:endParaRPr>
          </a:p>
          <a:p>
            <a:pPr marL="216000" indent="-216000">
              <a:lnSpc>
                <a:spcPct val="100000"/>
              </a:lnSpc>
              <a:spcBef>
                <a:spcPts val="340"/>
              </a:spcBef>
              <a:spcAft>
                <a:spcPts val="142"/>
              </a:spcAft>
              <a:buClr>
                <a:srgbClr val="000000"/>
              </a:buClr>
              <a:buFont typeface="Wingdings" charset="2"/>
              <a:buChar char=""/>
            </a:pPr>
            <a:r>
              <a:rPr lang="en-US" sz="1800" b="0" u="none" strike="noStrike">
                <a:solidFill>
                  <a:srgbClr val="000000"/>
                </a:solidFill>
                <a:effectLst/>
                <a:uFillTx/>
                <a:latin typeface="Arial"/>
                <a:ea typeface="SimSun"/>
              </a:rPr>
              <a:t>If two detections are closer than this, typically only one is kept (usually the stronger one).</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0" u="sng" strike="noStrike">
                <a:solidFill>
                  <a:srgbClr val="000000"/>
                </a:solidFill>
                <a:effectLst/>
                <a:uFillTx/>
                <a:latin typeface="Arial"/>
                <a:ea typeface="SimSun"/>
              </a:rPr>
              <a:t>Effect:</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0" u="none" strike="noStrike">
                <a:solidFill>
                  <a:srgbClr val="000000"/>
                </a:solidFill>
                <a:effectLst/>
                <a:uFillTx/>
                <a:latin typeface="Arial"/>
                <a:ea typeface="SimSun"/>
              </a:rPr>
              <a:t>Smaller value → allows tightly packed spots→ risk of over-segmentation (multiple detections in one object)</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0" u="none" strike="noStrike">
                <a:solidFill>
                  <a:srgbClr val="000000"/>
                </a:solidFill>
                <a:effectLst/>
                <a:uFillTx/>
                <a:latin typeface="Arial"/>
                <a:ea typeface="SimSun"/>
              </a:rPr>
              <a:t>Larger value → enforces separation→ prevents duplicates, but may merge nearby distinct spots</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800" b="0" u="none" strike="noStrike">
                <a:solidFill>
                  <a:srgbClr val="000000"/>
                </a:solidFill>
                <a:effectLst/>
                <a:uFillTx/>
                <a:latin typeface="Arial"/>
                <a:ea typeface="SimSun"/>
              </a:rPr>
              <a:t> </a:t>
            </a: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6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9"/>
          <p:cNvSpPr/>
          <p:nvPr/>
        </p:nvSpPr>
        <p:spPr>
          <a:xfrm>
            <a:off x="228600" y="0"/>
            <a:ext cx="10957320" cy="746640"/>
          </a:xfrm>
          <a:prstGeom prst="rect">
            <a:avLst/>
          </a:prstGeom>
          <a:noFill/>
          <a:ln w="936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3600" b="1" u="none" strike="noStrike">
                <a:solidFill>
                  <a:srgbClr val="ff0000"/>
                </a:solidFill>
                <a:effectLst/>
                <a:uFillTx/>
                <a:latin typeface="Arial"/>
                <a:ea typeface="SimSun"/>
              </a:rPr>
              <a:t>L3-1</a:t>
            </a:r>
            <a:endParaRPr lang="en-US" sz="3600" b="0" u="none" strike="noStrike">
              <a:solidFill>
                <a:srgbClr val="000000"/>
              </a:solidFill>
              <a:effectLst/>
              <a:uFillTx/>
              <a:latin typeface="Arial"/>
            </a:endParaRPr>
          </a:p>
        </p:txBody>
      </p:sp>
      <p:pic>
        <p:nvPicPr>
          <p:cNvPr id="95" name=""/>
          <p:cNvPicPr/>
          <p:nvPr/>
        </p:nvPicPr>
        <p:blipFill>
          <a:blip r:embed="rId1"/>
          <a:stretch/>
        </p:blipFill>
        <p:spPr>
          <a:xfrm>
            <a:off x="228600" y="1371600"/>
            <a:ext cx="6146640" cy="4739040"/>
          </a:xfrm>
          <a:prstGeom prst="rect">
            <a:avLst/>
          </a:prstGeom>
          <a:noFill/>
          <a:ln w="36720">
            <a:noFill/>
          </a:ln>
        </p:spPr>
      </p:pic>
      <p:pic>
        <p:nvPicPr>
          <p:cNvPr id="96" name=""/>
          <p:cNvPicPr/>
          <p:nvPr/>
        </p:nvPicPr>
        <p:blipFill>
          <a:blip r:embed="rId2"/>
          <a:stretch/>
        </p:blipFill>
        <p:spPr>
          <a:xfrm>
            <a:off x="6400800" y="506160"/>
            <a:ext cx="5572080" cy="2094840"/>
          </a:xfrm>
          <a:prstGeom prst="rect">
            <a:avLst/>
          </a:prstGeom>
          <a:noFill/>
          <a:ln w="36720">
            <a:noFill/>
          </a:ln>
        </p:spPr>
      </p:pic>
      <p:pic>
        <p:nvPicPr>
          <p:cNvPr id="97" name=""/>
          <p:cNvPicPr/>
          <p:nvPr/>
        </p:nvPicPr>
        <p:blipFill>
          <a:blip r:embed="rId3"/>
          <a:stretch/>
        </p:blipFill>
        <p:spPr>
          <a:xfrm>
            <a:off x="7178760" y="2971800"/>
            <a:ext cx="4479480" cy="3211200"/>
          </a:xfrm>
          <a:prstGeom prst="rect">
            <a:avLst/>
          </a:prstGeom>
          <a:noFill/>
          <a:ln w="36720">
            <a:noFill/>
          </a:ln>
        </p:spPr>
      </p:pic>
      <p:sp>
        <p:nvSpPr>
          <p:cNvPr id="98" name=""/>
          <p:cNvSpPr/>
          <p:nvPr/>
        </p:nvSpPr>
        <p:spPr>
          <a:xfrm>
            <a:off x="9372600" y="159840"/>
            <a:ext cx="2742840" cy="345960"/>
          </a:xfrm>
          <a:prstGeom prst="rect">
            <a:avLst/>
          </a:prstGeom>
          <a:noFill/>
          <a:ln w="36720">
            <a:solidFill>
              <a:srgbClr val="000000"/>
            </a:solidFill>
            <a:round/>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rPr>
              <a:t>SPOTS DETECTED</a:t>
            </a:r>
            <a:endParaRPr lang="en-US" sz="1800" b="0" u="none" strike="noStrike">
              <a:solidFill>
                <a:srgbClr val="000000"/>
              </a:solidFill>
              <a:effectLst/>
              <a:uFillTx/>
              <a:latin typeface="Arial"/>
            </a:endParaRPr>
          </a:p>
        </p:txBody>
      </p:sp>
      <p:sp>
        <p:nvSpPr>
          <p:cNvPr id="99" name=""/>
          <p:cNvSpPr/>
          <p:nvPr/>
        </p:nvSpPr>
        <p:spPr>
          <a:xfrm flipV="1">
            <a:off x="10287000" y="506160"/>
            <a:ext cx="685800" cy="408240"/>
          </a:xfrm>
          <a:prstGeom prst="line">
            <a:avLst/>
          </a:prstGeom>
          <a:ln w="18360">
            <a:solidFill>
              <a:srgbClr val="ff0000"/>
            </a:solidFill>
            <a:round/>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Arial"/>
              <a:ea typeface="SimSu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2"/>
          <p:cNvSpPr/>
          <p:nvPr/>
        </p:nvSpPr>
        <p:spPr>
          <a:xfrm>
            <a:off x="228600" y="0"/>
            <a:ext cx="10957320" cy="746640"/>
          </a:xfrm>
          <a:prstGeom prst="rect">
            <a:avLst/>
          </a:prstGeom>
          <a:noFill/>
          <a:ln w="936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3600" b="1" u="none" strike="noStrike">
                <a:solidFill>
                  <a:srgbClr val="ff0000"/>
                </a:solidFill>
                <a:effectLst/>
                <a:uFillTx/>
                <a:latin typeface="Arial"/>
                <a:ea typeface="SimSun"/>
              </a:rPr>
              <a:t>L3-1</a:t>
            </a:r>
            <a:endParaRPr lang="en-US" sz="3600" b="0" u="none" strike="noStrike">
              <a:solidFill>
                <a:srgbClr val="000000"/>
              </a:solidFill>
              <a:effectLst/>
              <a:uFillTx/>
              <a:latin typeface="Arial"/>
            </a:endParaRPr>
          </a:p>
        </p:txBody>
      </p:sp>
      <p:sp>
        <p:nvSpPr>
          <p:cNvPr id="101" name=""/>
          <p:cNvSpPr/>
          <p:nvPr/>
        </p:nvSpPr>
        <p:spPr>
          <a:xfrm>
            <a:off x="228600" y="1778760"/>
            <a:ext cx="11199240" cy="45306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Arial"/>
                <a:ea typeface="SimSun"/>
              </a:rPr>
              <a:t> </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2400" b="0" u="none" strike="noStrike">
                <a:solidFill>
                  <a:srgbClr val="000000"/>
                </a:solidFill>
                <a:effectLst/>
                <a:uFillTx/>
                <a:latin typeface="Arial"/>
                <a:ea typeface="SimSun"/>
              </a:rPr>
              <a:t>In the GUI set an interval of 0.2–0.6, based on the histogram of diameters I obtained from L3–1 with my script</a:t>
            </a:r>
            <a:r>
              <a:rPr lang="en-US" sz="2400" b="1" u="none" strike="noStrike">
                <a:solidFill>
                  <a:srgbClr val="000000"/>
                </a:solidFill>
                <a:effectLst/>
                <a:uFillTx/>
                <a:latin typeface="Arial"/>
                <a:ea typeface="SimSun"/>
              </a:rPr>
              <a:t>, not SPOTIFLOW.</a:t>
            </a:r>
            <a:endParaRPr lang="en-US" sz="2400" b="0" u="none" strike="noStrike">
              <a:solidFill>
                <a:srgbClr val="000000"/>
              </a:solidFill>
              <a:effectLst/>
              <a:uFillTx/>
              <a:latin typeface="Arial"/>
            </a:endParaRPr>
          </a:p>
          <a:p>
            <a:pPr>
              <a:lnSpc>
                <a:spcPct val="100000"/>
              </a:lnSpc>
              <a:spcBef>
                <a:spcPts val="1191"/>
              </a:spcBef>
              <a:spcAft>
                <a:spcPts val="992"/>
              </a:spcAft>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pic>
        <p:nvPicPr>
          <p:cNvPr id="102" name=""/>
          <p:cNvPicPr/>
          <p:nvPr/>
        </p:nvPicPr>
        <p:blipFill>
          <a:blip r:embed="rId1"/>
          <a:stretch/>
        </p:blipFill>
        <p:spPr>
          <a:xfrm>
            <a:off x="6267240" y="457200"/>
            <a:ext cx="5160600" cy="3667680"/>
          </a:xfrm>
          <a:prstGeom prst="rect">
            <a:avLst/>
          </a:prstGeom>
          <a:noFill/>
          <a:ln w="36720">
            <a:noFill/>
          </a:ln>
        </p:spPr>
      </p:pic>
      <p:sp>
        <p:nvSpPr>
          <p:cNvPr id="103" name=""/>
          <p:cNvSpPr/>
          <p:nvPr/>
        </p:nvSpPr>
        <p:spPr>
          <a:xfrm>
            <a:off x="0" y="1828800"/>
            <a:ext cx="1599840" cy="914040"/>
          </a:xfrm>
          <a:prstGeom prst="rect">
            <a:avLst/>
          </a:prstGeom>
          <a:noFill/>
          <a:ln w="3672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rPr>
              <a:t>NOT</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SPOTIFLOW</a:t>
            </a:r>
            <a:endParaRPr lang="en-US" sz="1800" b="0" u="none" strike="noStrike">
              <a:solidFill>
                <a:srgbClr val="000000"/>
              </a:solidFill>
              <a:effectLst/>
              <a:uFillTx/>
              <a:latin typeface="Arial"/>
            </a:endParaRPr>
          </a:p>
        </p:txBody>
      </p:sp>
      <p:pic>
        <p:nvPicPr>
          <p:cNvPr id="104" name=""/>
          <p:cNvPicPr/>
          <p:nvPr/>
        </p:nvPicPr>
        <p:blipFill>
          <a:blip r:embed="rId2"/>
          <a:stretch/>
        </p:blipFill>
        <p:spPr>
          <a:xfrm>
            <a:off x="1955520" y="746640"/>
            <a:ext cx="3988080" cy="320040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
          <p:cNvSpPr/>
          <p:nvPr/>
        </p:nvSpPr>
        <p:spPr>
          <a:xfrm>
            <a:off x="199800" y="1600200"/>
            <a:ext cx="4371840" cy="456840"/>
          </a:xfrm>
          <a:prstGeom prst="rect">
            <a:avLst/>
          </a:prstGeom>
          <a:solidFill>
            <a:srgbClr val="ffffff"/>
          </a:solidFill>
          <a:ln w="36720">
            <a:solidFill>
              <a:srgbClr val="ff0000"/>
            </a:solidFill>
            <a:round/>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Arial"/>
              <a:ea typeface="SimSun"/>
            </a:endParaRPr>
          </a:p>
        </p:txBody>
      </p:sp>
      <p:sp>
        <p:nvSpPr>
          <p:cNvPr id="106" name="PlaceHolder 4"/>
          <p:cNvSpPr/>
          <p:nvPr/>
        </p:nvSpPr>
        <p:spPr>
          <a:xfrm>
            <a:off x="228600" y="0"/>
            <a:ext cx="10957320" cy="746640"/>
          </a:xfrm>
          <a:prstGeom prst="rect">
            <a:avLst/>
          </a:prstGeom>
          <a:noFill/>
          <a:ln w="936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3600" b="1" u="none" strike="noStrike">
                <a:solidFill>
                  <a:srgbClr val="ff0000"/>
                </a:solidFill>
                <a:effectLst/>
                <a:uFillTx/>
                <a:latin typeface="Arial"/>
                <a:ea typeface="SimSun"/>
              </a:rPr>
              <a:t>L3-1</a:t>
            </a:r>
            <a:endParaRPr lang="en-US" sz="3600" b="0" u="none" strike="noStrike">
              <a:solidFill>
                <a:srgbClr val="000000"/>
              </a:solidFill>
              <a:effectLst/>
              <a:uFillTx/>
              <a:latin typeface="Arial"/>
            </a:endParaRPr>
          </a:p>
        </p:txBody>
      </p:sp>
      <p:pic>
        <p:nvPicPr>
          <p:cNvPr id="107" name=""/>
          <p:cNvPicPr/>
          <p:nvPr/>
        </p:nvPicPr>
        <p:blipFill>
          <a:blip r:embed="rId1"/>
          <a:stretch/>
        </p:blipFill>
        <p:spPr>
          <a:xfrm>
            <a:off x="199800" y="1208160"/>
            <a:ext cx="4600440" cy="1763280"/>
          </a:xfrm>
          <a:prstGeom prst="rect">
            <a:avLst/>
          </a:prstGeom>
          <a:noFill/>
          <a:ln w="36720">
            <a:noFill/>
          </a:ln>
        </p:spPr>
      </p:pic>
      <p:pic>
        <p:nvPicPr>
          <p:cNvPr id="108" name=""/>
          <p:cNvPicPr/>
          <p:nvPr/>
        </p:nvPicPr>
        <p:blipFill>
          <a:blip r:embed="rId2"/>
          <a:stretch/>
        </p:blipFill>
        <p:spPr>
          <a:xfrm>
            <a:off x="5029200" y="685800"/>
            <a:ext cx="7115760" cy="5486040"/>
          </a:xfrm>
          <a:prstGeom prst="rect">
            <a:avLst/>
          </a:prstGeom>
          <a:noFill/>
          <a:ln w="36720">
            <a:noFill/>
          </a:ln>
        </p:spPr>
      </p:pic>
      <p:sp>
        <p:nvSpPr>
          <p:cNvPr id="109" name=""/>
          <p:cNvSpPr/>
          <p:nvPr/>
        </p:nvSpPr>
        <p:spPr>
          <a:xfrm>
            <a:off x="262800" y="3657600"/>
            <a:ext cx="4308840" cy="1762560"/>
          </a:xfrm>
          <a:prstGeom prst="rect">
            <a:avLst/>
          </a:prstGeom>
          <a:noFill/>
          <a:ln w="36720">
            <a:noFill/>
          </a:ln>
        </p:spPr>
        <p:style>
          <a:lnRef idx="0"/>
          <a:fillRef idx="0"/>
          <a:effectRef idx="0"/>
          <a:fontRef idx="minor"/>
        </p:style>
        <p:txBody>
          <a:bodyPr lIns="90000" rIns="90000" tIns="45000" bIns="45000" anchor="t">
            <a:spAutoFit/>
          </a:bodyPr>
          <a:p>
            <a:pPr>
              <a:lnSpc>
                <a:spcPct val="100000"/>
              </a:lnSpc>
            </a:pPr>
            <a:r>
              <a:rPr lang="en-US" sz="2000" b="1" u="none" strike="noStrike">
                <a:solidFill>
                  <a:srgbClr val="000000"/>
                </a:solidFill>
                <a:effectLst/>
                <a:uFillTx/>
                <a:latin typeface="Arial"/>
                <a:ea typeface="SimSun"/>
              </a:rPr>
              <a:t>Finally, in the Napari interface, I filtered out SPOTS outside of cells and detected them in regions that are not cells, just background noise.</a:t>
            </a:r>
            <a:endParaRPr lang="en-US" sz="20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
        <p:nvSpPr>
          <p:cNvPr id="110" name=""/>
          <p:cNvSpPr/>
          <p:nvPr/>
        </p:nvSpPr>
        <p:spPr>
          <a:xfrm flipV="1">
            <a:off x="3886200" y="457200"/>
            <a:ext cx="685800" cy="1143000"/>
          </a:xfrm>
          <a:prstGeom prst="line">
            <a:avLst/>
          </a:prstGeom>
          <a:ln w="18360">
            <a:solidFill>
              <a:srgbClr val="ff0000"/>
            </a:solidFill>
            <a:round/>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Arial"/>
              <a:ea typeface="SimSun"/>
            </a:endParaRPr>
          </a:p>
        </p:txBody>
      </p:sp>
      <p:sp>
        <p:nvSpPr>
          <p:cNvPr id="111" name=""/>
          <p:cNvSpPr/>
          <p:nvPr/>
        </p:nvSpPr>
        <p:spPr>
          <a:xfrm>
            <a:off x="4572000" y="228600"/>
            <a:ext cx="3885840" cy="345960"/>
          </a:xfrm>
          <a:prstGeom prst="rect">
            <a:avLst/>
          </a:prstGeom>
          <a:noFill/>
          <a:ln w="36720">
            <a:solidFill>
              <a:srgbClr val="000000"/>
            </a:solidFill>
            <a:round/>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rPr>
              <a:t>SPOTS DETECTED</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609480" y="133200"/>
            <a:ext cx="2581560" cy="682200"/>
          </a:xfrm>
          <a:prstGeom prst="rect">
            <a:avLst/>
          </a:prstGeom>
          <a:noFill/>
          <a:ln w="0">
            <a:noFill/>
          </a:ln>
        </p:spPr>
        <p:txBody>
          <a:bodyPr lIns="0" rIns="0" tIns="0" bIns="0" anchor="ctr">
            <a:spAutoFit/>
          </a:bodyPr>
          <a:p>
            <a:pPr indent="0" algn="ctr">
              <a:lnSpc>
                <a:spcPct val="100000"/>
              </a:lnSpc>
              <a:buNone/>
              <a:tabLst>
                <a:tab algn="l" pos="0"/>
              </a:tabLst>
            </a:pPr>
            <a:r>
              <a:rPr lang="en-US" sz="4400" b="1" u="none" strike="noStrike">
                <a:solidFill>
                  <a:srgbClr val="ff0000"/>
                </a:solidFill>
                <a:effectLst/>
                <a:uFillTx/>
                <a:latin typeface="Arial"/>
              </a:rPr>
              <a:t> L3 1</a:t>
            </a:r>
            <a:endParaRPr lang="en-US" sz="4400" b="0" u="none" strike="noStrike">
              <a:solidFill>
                <a:srgbClr val="000000"/>
              </a:solidFill>
              <a:effectLst/>
              <a:uFillTx/>
              <a:latin typeface="Arial"/>
            </a:endParaRPr>
          </a:p>
        </p:txBody>
      </p:sp>
      <p:sp>
        <p:nvSpPr>
          <p:cNvPr id="113" name="Rectangles 2"/>
          <p:cNvSpPr/>
          <p:nvPr/>
        </p:nvSpPr>
        <p:spPr>
          <a:xfrm>
            <a:off x="1440" y="914400"/>
            <a:ext cx="2279880" cy="52452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defTabSz="914400">
              <a:lnSpc>
                <a:spcPct val="100000"/>
              </a:lnSpc>
            </a:pPr>
            <a:r>
              <a:rPr lang="en-US" sz="1400" b="1" u="none" strike="noStrike">
                <a:solidFill>
                  <a:srgbClr val="000000"/>
                </a:solidFill>
                <a:effectLst/>
                <a:uFillTx/>
                <a:latin typeface="Arial"/>
                <a:ea typeface="SimSun"/>
              </a:rPr>
              <a:t>Erosion = 9</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Thresholding = 0.008</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margin um = 1.2</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overlap alpha = 0.6</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viz min voxels = 13000</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SPOTIFLOW</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PROB THRES = 0.6</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MIN_DIST=4</a:t>
            </a:r>
            <a:endParaRPr lang="en-US" sz="1400" b="0" u="none" strike="noStrike">
              <a:solidFill>
                <a:srgbClr val="000000"/>
              </a:solidFill>
              <a:effectLst/>
              <a:uFillTx/>
              <a:latin typeface="Arial"/>
            </a:endParaRPr>
          </a:p>
          <a:p>
            <a:pPr defTabSz="914400">
              <a:lnSpc>
                <a:spcPct val="100000"/>
              </a:lnSpc>
            </a:pPr>
            <a:endParaRPr lang="en-US" sz="1400" b="0" u="none" strike="noStrike">
              <a:solidFill>
                <a:srgbClr val="000000"/>
              </a:solidFill>
              <a:effectLst/>
              <a:uFillTx/>
              <a:latin typeface="Arial"/>
            </a:endParaRPr>
          </a:p>
          <a:p>
            <a:pPr defTabSz="914400">
              <a:lnSpc>
                <a:spcPct val="100000"/>
              </a:lnSpc>
            </a:pPr>
            <a:endParaRPr lang="en-US" sz="1400" b="0" u="none" strike="noStrike">
              <a:solidFill>
                <a:srgbClr val="000000"/>
              </a:solidFill>
              <a:effectLst/>
              <a:uFillTx/>
              <a:latin typeface="Arial"/>
            </a:endParaRPr>
          </a:p>
        </p:txBody>
      </p:sp>
      <p:pic>
        <p:nvPicPr>
          <p:cNvPr id="114" name=""/>
          <p:cNvPicPr/>
          <p:nvPr/>
        </p:nvPicPr>
        <p:blipFill>
          <a:blip r:embed="rId1"/>
          <a:stretch/>
        </p:blipFill>
        <p:spPr>
          <a:xfrm>
            <a:off x="2057400" y="1600200"/>
            <a:ext cx="4800240" cy="3700800"/>
          </a:xfrm>
          <a:prstGeom prst="rect">
            <a:avLst/>
          </a:prstGeom>
          <a:noFill/>
          <a:ln w="36720">
            <a:noFill/>
          </a:ln>
        </p:spPr>
      </p:pic>
      <p:pic>
        <p:nvPicPr>
          <p:cNvPr id="115" name=""/>
          <p:cNvPicPr/>
          <p:nvPr/>
        </p:nvPicPr>
        <p:blipFill>
          <a:blip r:embed="rId2"/>
          <a:stretch/>
        </p:blipFill>
        <p:spPr>
          <a:xfrm>
            <a:off x="7154640" y="1609200"/>
            <a:ext cx="4732200" cy="3648240"/>
          </a:xfrm>
          <a:prstGeom prst="rect">
            <a:avLst/>
          </a:prstGeom>
          <a:noFill/>
          <a:ln w="3672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133200"/>
            <a:ext cx="2581560" cy="682200"/>
          </a:xfrm>
          <a:prstGeom prst="rect">
            <a:avLst/>
          </a:prstGeom>
          <a:noFill/>
          <a:ln w="0">
            <a:noFill/>
          </a:ln>
        </p:spPr>
        <p:txBody>
          <a:bodyPr lIns="0" rIns="0" tIns="0" bIns="0" anchor="ctr">
            <a:spAutoFit/>
          </a:bodyPr>
          <a:p>
            <a:pPr indent="0" algn="ctr">
              <a:lnSpc>
                <a:spcPct val="100000"/>
              </a:lnSpc>
              <a:buNone/>
              <a:tabLst>
                <a:tab algn="l" pos="0"/>
              </a:tabLst>
            </a:pPr>
            <a:r>
              <a:rPr lang="en-US" sz="4400" b="1" u="none" strike="noStrike">
                <a:solidFill>
                  <a:srgbClr val="ff0000"/>
                </a:solidFill>
                <a:effectLst/>
                <a:uFillTx/>
                <a:latin typeface="Arial"/>
              </a:rPr>
              <a:t>L3 1</a:t>
            </a:r>
            <a:endParaRPr lang="en-US" sz="4400" b="0" u="none" strike="noStrike">
              <a:solidFill>
                <a:srgbClr val="000000"/>
              </a:solidFill>
              <a:effectLst/>
              <a:uFillTx/>
              <a:latin typeface="Arial"/>
            </a:endParaRPr>
          </a:p>
        </p:txBody>
      </p:sp>
      <p:pic>
        <p:nvPicPr>
          <p:cNvPr id="117" name="Picture 3"/>
          <p:cNvPicPr/>
          <p:nvPr/>
        </p:nvPicPr>
        <p:blipFill>
          <a:blip r:embed="rId1"/>
          <a:stretch/>
        </p:blipFill>
        <p:spPr>
          <a:xfrm>
            <a:off x="0" y="1595880"/>
            <a:ext cx="4813560" cy="4114440"/>
          </a:xfrm>
          <a:prstGeom prst="rect">
            <a:avLst/>
          </a:prstGeom>
          <a:noFill/>
          <a:ln w="0">
            <a:noFill/>
          </a:ln>
        </p:spPr>
      </p:pic>
      <p:pic>
        <p:nvPicPr>
          <p:cNvPr id="118" name="Picture 4"/>
          <p:cNvPicPr/>
          <p:nvPr/>
        </p:nvPicPr>
        <p:blipFill>
          <a:blip r:embed="rId2"/>
          <a:stretch/>
        </p:blipFill>
        <p:spPr>
          <a:xfrm>
            <a:off x="5715000" y="1582920"/>
            <a:ext cx="4826520" cy="41274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8"/>
          <p:cNvSpPr/>
          <p:nvPr/>
        </p:nvSpPr>
        <p:spPr>
          <a:xfrm>
            <a:off x="609480" y="140400"/>
            <a:ext cx="3500640" cy="66960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tabLst>
                <a:tab algn="l" pos="0"/>
              </a:tabLst>
            </a:pPr>
            <a:r>
              <a:rPr lang="en-US" sz="4400" b="1" u="none" strike="noStrike">
                <a:solidFill>
                  <a:srgbClr val="ff0000"/>
                </a:solidFill>
                <a:effectLst/>
                <a:uFillTx/>
                <a:latin typeface="Arial"/>
                <a:ea typeface="SimSun"/>
              </a:rPr>
              <a:t>L3 1 CELLS</a:t>
            </a:r>
            <a:endParaRPr lang="en-US" sz="4400" b="0" u="none" strike="noStrike">
              <a:solidFill>
                <a:srgbClr val="000000"/>
              </a:solidFill>
              <a:effectLst/>
              <a:uFillTx/>
              <a:latin typeface="Arial"/>
            </a:endParaRPr>
          </a:p>
        </p:txBody>
      </p:sp>
      <p:pic>
        <p:nvPicPr>
          <p:cNvPr id="120" name=""/>
          <p:cNvPicPr/>
          <p:nvPr/>
        </p:nvPicPr>
        <p:blipFill>
          <a:blip r:embed="rId1"/>
          <a:stretch/>
        </p:blipFill>
        <p:spPr>
          <a:xfrm>
            <a:off x="1143000" y="914400"/>
            <a:ext cx="3428640" cy="2643120"/>
          </a:xfrm>
          <a:prstGeom prst="rect">
            <a:avLst/>
          </a:prstGeom>
          <a:noFill/>
          <a:ln w="36720">
            <a:noFill/>
          </a:ln>
        </p:spPr>
      </p:pic>
      <p:pic>
        <p:nvPicPr>
          <p:cNvPr id="121" name=""/>
          <p:cNvPicPr/>
          <p:nvPr/>
        </p:nvPicPr>
        <p:blipFill>
          <a:blip r:embed="rId2"/>
          <a:stretch/>
        </p:blipFill>
        <p:spPr>
          <a:xfrm>
            <a:off x="5766840" y="914400"/>
            <a:ext cx="3376800" cy="2603160"/>
          </a:xfrm>
          <a:prstGeom prst="rect">
            <a:avLst/>
          </a:prstGeom>
          <a:noFill/>
          <a:ln w="36720">
            <a:noFill/>
          </a:ln>
        </p:spPr>
      </p:pic>
      <p:pic>
        <p:nvPicPr>
          <p:cNvPr id="122" name=""/>
          <p:cNvPicPr/>
          <p:nvPr/>
        </p:nvPicPr>
        <p:blipFill>
          <a:blip r:embed="rId3"/>
          <a:stretch/>
        </p:blipFill>
        <p:spPr>
          <a:xfrm>
            <a:off x="1034280" y="3657600"/>
            <a:ext cx="3765960" cy="2903400"/>
          </a:xfrm>
          <a:prstGeom prst="rect">
            <a:avLst/>
          </a:prstGeom>
          <a:noFill/>
          <a:ln w="36720">
            <a:noFill/>
          </a:ln>
        </p:spPr>
      </p:pic>
      <p:pic>
        <p:nvPicPr>
          <p:cNvPr id="123" name=""/>
          <p:cNvPicPr/>
          <p:nvPr/>
        </p:nvPicPr>
        <p:blipFill>
          <a:blip r:embed="rId4"/>
          <a:stretch/>
        </p:blipFill>
        <p:spPr>
          <a:xfrm>
            <a:off x="5715000" y="3722760"/>
            <a:ext cx="3473640" cy="2677680"/>
          </a:xfrm>
          <a:prstGeom prst="rect">
            <a:avLst/>
          </a:prstGeom>
          <a:noFill/>
          <a:ln w="3672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0"/>
          <p:cNvSpPr/>
          <p:nvPr/>
        </p:nvSpPr>
        <p:spPr>
          <a:xfrm>
            <a:off x="609480" y="140400"/>
            <a:ext cx="3500640" cy="66960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tabLst>
                <a:tab algn="l" pos="0"/>
              </a:tabLst>
            </a:pPr>
            <a:r>
              <a:rPr lang="en-US" sz="4400" b="1" u="none" strike="noStrike">
                <a:solidFill>
                  <a:srgbClr val="ff0000"/>
                </a:solidFill>
                <a:effectLst/>
                <a:uFillTx/>
                <a:latin typeface="Arial"/>
                <a:ea typeface="SimSun"/>
              </a:rPr>
              <a:t>L3 1 CELLS</a:t>
            </a:r>
            <a:endParaRPr lang="en-US" sz="4400" b="0" u="none" strike="noStrike">
              <a:solidFill>
                <a:srgbClr val="000000"/>
              </a:solidFill>
              <a:effectLst/>
              <a:uFillTx/>
              <a:latin typeface="Arial"/>
            </a:endParaRPr>
          </a:p>
        </p:txBody>
      </p:sp>
      <p:pic>
        <p:nvPicPr>
          <p:cNvPr id="125" name=""/>
          <p:cNvPicPr/>
          <p:nvPr/>
        </p:nvPicPr>
        <p:blipFill>
          <a:blip r:embed="rId1"/>
          <a:stretch/>
        </p:blipFill>
        <p:spPr>
          <a:xfrm>
            <a:off x="1371600" y="914400"/>
            <a:ext cx="3428640" cy="2643120"/>
          </a:xfrm>
          <a:prstGeom prst="rect">
            <a:avLst/>
          </a:prstGeom>
          <a:noFill/>
          <a:ln w="36720">
            <a:noFill/>
          </a:ln>
        </p:spPr>
      </p:pic>
      <p:pic>
        <p:nvPicPr>
          <p:cNvPr id="126" name=""/>
          <p:cNvPicPr/>
          <p:nvPr/>
        </p:nvPicPr>
        <p:blipFill>
          <a:blip r:embed="rId2"/>
          <a:stretch/>
        </p:blipFill>
        <p:spPr>
          <a:xfrm>
            <a:off x="6147360" y="923400"/>
            <a:ext cx="3453480" cy="2662200"/>
          </a:xfrm>
          <a:prstGeom prst="rect">
            <a:avLst/>
          </a:prstGeom>
          <a:noFill/>
          <a:ln w="36720">
            <a:noFill/>
          </a:ln>
        </p:spPr>
      </p:pic>
      <p:pic>
        <p:nvPicPr>
          <p:cNvPr id="127" name=""/>
          <p:cNvPicPr/>
          <p:nvPr/>
        </p:nvPicPr>
        <p:blipFill>
          <a:blip r:embed="rId3"/>
          <a:stretch/>
        </p:blipFill>
        <p:spPr>
          <a:xfrm>
            <a:off x="1414800" y="3886200"/>
            <a:ext cx="3638880" cy="2805480"/>
          </a:xfrm>
          <a:prstGeom prst="rect">
            <a:avLst/>
          </a:prstGeom>
          <a:noFill/>
          <a:ln w="36720">
            <a:noFill/>
          </a:ln>
        </p:spPr>
      </p:pic>
      <p:pic>
        <p:nvPicPr>
          <p:cNvPr id="128" name=""/>
          <p:cNvPicPr/>
          <p:nvPr/>
        </p:nvPicPr>
        <p:blipFill>
          <a:blip r:embed="rId4"/>
          <a:stretch/>
        </p:blipFill>
        <p:spPr>
          <a:xfrm>
            <a:off x="5943600" y="3886200"/>
            <a:ext cx="3269880" cy="2520720"/>
          </a:xfrm>
          <a:prstGeom prst="rect">
            <a:avLst/>
          </a:prstGeom>
          <a:noFill/>
          <a:ln w="3672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1"/>
          <p:cNvSpPr/>
          <p:nvPr/>
        </p:nvSpPr>
        <p:spPr>
          <a:xfrm>
            <a:off x="243720" y="197280"/>
            <a:ext cx="10957320" cy="488160"/>
          </a:xfrm>
          <a:prstGeom prst="rect">
            <a:avLst/>
          </a:prstGeom>
          <a:noFill/>
          <a:ln w="0">
            <a:noFill/>
          </a:ln>
        </p:spPr>
        <p:style>
          <a:lnRef idx="0"/>
          <a:fillRef idx="0"/>
          <a:effectRef idx="0"/>
          <a:fontRef idx="minor"/>
        </p:style>
        <p:txBody>
          <a:bodyPr lIns="0" rIns="0" tIns="0" bIns="0" anchor="ctr">
            <a:spAutoFit/>
          </a:bodyPr>
          <a:p>
            <a:pPr defTabSz="914400">
              <a:lnSpc>
                <a:spcPct val="100000"/>
              </a:lnSpc>
              <a:tabLst>
                <a:tab algn="l" pos="0"/>
              </a:tabLst>
            </a:pPr>
            <a:r>
              <a:rPr lang="en-US" sz="3200" b="1" u="none" strike="noStrike">
                <a:solidFill>
                  <a:srgbClr val="ff0000"/>
                </a:solidFill>
                <a:effectLst/>
                <a:uFillTx/>
                <a:latin typeface="Arial"/>
                <a:ea typeface="SimSun"/>
              </a:rPr>
              <a:t>DATASETS L3-1</a:t>
            </a:r>
            <a:endParaRPr lang="en-US" sz="3200" b="0" u="none" strike="noStrike">
              <a:solidFill>
                <a:srgbClr val="000000"/>
              </a:solidFill>
              <a:effectLst/>
              <a:uFillTx/>
              <a:latin typeface="Arial"/>
            </a:endParaRPr>
          </a:p>
        </p:txBody>
      </p:sp>
      <p:pic>
        <p:nvPicPr>
          <p:cNvPr id="130" name=""/>
          <p:cNvPicPr/>
          <p:nvPr/>
        </p:nvPicPr>
        <p:blipFill>
          <a:blip r:embed="rId1"/>
          <a:stretch/>
        </p:blipFill>
        <p:spPr>
          <a:xfrm>
            <a:off x="76320" y="685800"/>
            <a:ext cx="3580920" cy="6191280"/>
          </a:xfrm>
          <a:prstGeom prst="rect">
            <a:avLst/>
          </a:prstGeom>
          <a:noFill/>
          <a:ln w="36720">
            <a:noFill/>
          </a:ln>
        </p:spPr>
      </p:pic>
      <p:pic>
        <p:nvPicPr>
          <p:cNvPr id="131" name=""/>
          <p:cNvPicPr/>
          <p:nvPr/>
        </p:nvPicPr>
        <p:blipFill>
          <a:blip r:embed="rId2"/>
          <a:stretch/>
        </p:blipFill>
        <p:spPr>
          <a:xfrm>
            <a:off x="3886200" y="685800"/>
            <a:ext cx="3571560" cy="5352840"/>
          </a:xfrm>
          <a:prstGeom prst="rect">
            <a:avLst/>
          </a:prstGeom>
          <a:noFill/>
          <a:ln w="36720">
            <a:noFill/>
          </a:ln>
        </p:spPr>
      </p:pic>
      <p:pic>
        <p:nvPicPr>
          <p:cNvPr id="132" name=""/>
          <p:cNvPicPr/>
          <p:nvPr/>
        </p:nvPicPr>
        <p:blipFill>
          <a:blip r:embed="rId3"/>
          <a:stretch/>
        </p:blipFill>
        <p:spPr>
          <a:xfrm>
            <a:off x="8001000" y="943560"/>
            <a:ext cx="3854880" cy="1342080"/>
          </a:xfrm>
          <a:prstGeom prst="rect">
            <a:avLst/>
          </a:prstGeom>
          <a:noFill/>
          <a:ln w="3672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21"/>
          <p:cNvSpPr/>
          <p:nvPr/>
        </p:nvSpPr>
        <p:spPr>
          <a:xfrm>
            <a:off x="1143000" y="2743560"/>
            <a:ext cx="10957320" cy="746640"/>
          </a:xfrm>
          <a:prstGeom prst="rect">
            <a:avLst/>
          </a:prstGeom>
          <a:noFill/>
          <a:ln w="936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3600" b="1" u="none" strike="noStrike">
                <a:solidFill>
                  <a:srgbClr val="ff0000"/>
                </a:solidFill>
                <a:effectLst/>
                <a:uFillTx/>
                <a:latin typeface="Arial"/>
                <a:ea typeface="SimSun"/>
              </a:rPr>
              <a:t>L3 1 SCRIPT WITHOUT SPOTIFLOW</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133200"/>
            <a:ext cx="2581560" cy="682200"/>
          </a:xfrm>
          <a:prstGeom prst="rect">
            <a:avLst/>
          </a:prstGeom>
          <a:noFill/>
          <a:ln w="0">
            <a:noFill/>
          </a:ln>
        </p:spPr>
        <p:txBody>
          <a:bodyPr lIns="0" rIns="0" tIns="0" bIns="0" anchor="ctr">
            <a:spAutoFit/>
          </a:bodyPr>
          <a:p>
            <a:pPr indent="0" algn="ctr">
              <a:lnSpc>
                <a:spcPct val="100000"/>
              </a:lnSpc>
              <a:buNone/>
              <a:tabLst>
                <a:tab algn="l" pos="0"/>
              </a:tabLst>
            </a:pPr>
            <a:r>
              <a:rPr lang="en-US" sz="4400" b="1" u="none" strike="noStrike">
                <a:solidFill>
                  <a:srgbClr val="ff0000"/>
                </a:solidFill>
                <a:effectLst/>
                <a:uFillTx/>
                <a:latin typeface="Arial"/>
              </a:rPr>
              <a:t> L3 1</a:t>
            </a:r>
            <a:endParaRPr lang="en-US" sz="4400" b="0" u="none" strike="noStrike">
              <a:solidFill>
                <a:srgbClr val="000000"/>
              </a:solidFill>
              <a:effectLst/>
              <a:uFillTx/>
              <a:latin typeface="Arial"/>
            </a:endParaRPr>
          </a:p>
        </p:txBody>
      </p:sp>
      <p:sp>
        <p:nvSpPr>
          <p:cNvPr id="135" name="Rectangles 3"/>
          <p:cNvSpPr/>
          <p:nvPr/>
        </p:nvSpPr>
        <p:spPr>
          <a:xfrm>
            <a:off x="1440" y="914400"/>
            <a:ext cx="2279880" cy="52452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defTabSz="914400">
              <a:lnSpc>
                <a:spcPct val="100000"/>
              </a:lnSpc>
            </a:pPr>
            <a:r>
              <a:rPr lang="en-US" sz="1400" b="1" u="none" strike="noStrike">
                <a:solidFill>
                  <a:srgbClr val="000000"/>
                </a:solidFill>
                <a:effectLst/>
                <a:uFillTx/>
                <a:latin typeface="Arial"/>
                <a:ea typeface="SimSun"/>
              </a:rPr>
              <a:t>Erosion = 8</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Thresholding = 0.0025</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margin um = 1.2</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overlap alpha = 0.6</a:t>
            </a: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SimSun"/>
              </a:rPr>
              <a:t>viz min voxels = 12000</a:t>
            </a:r>
            <a:endParaRPr lang="en-US" sz="1400" b="0" u="none" strike="noStrike">
              <a:solidFill>
                <a:srgbClr val="000000"/>
              </a:solidFill>
              <a:effectLst/>
              <a:uFillTx/>
              <a:latin typeface="Arial"/>
            </a:endParaRPr>
          </a:p>
          <a:p>
            <a:pPr defTabSz="914400">
              <a:lnSpc>
                <a:spcPct val="100000"/>
              </a:lnSpc>
            </a:pPr>
            <a:endParaRPr lang="en-US" sz="1400" b="0" u="none" strike="noStrike">
              <a:solidFill>
                <a:srgbClr val="000000"/>
              </a:solidFill>
              <a:effectLst/>
              <a:uFillTx/>
              <a:latin typeface="Arial"/>
            </a:endParaRPr>
          </a:p>
        </p:txBody>
      </p:sp>
      <p:pic>
        <p:nvPicPr>
          <p:cNvPr id="136" name=""/>
          <p:cNvPicPr/>
          <p:nvPr/>
        </p:nvPicPr>
        <p:blipFill>
          <a:blip r:embed="rId1"/>
          <a:stretch/>
        </p:blipFill>
        <p:spPr>
          <a:xfrm>
            <a:off x="2142360" y="1363680"/>
            <a:ext cx="4831200" cy="4119840"/>
          </a:xfrm>
          <a:prstGeom prst="rect">
            <a:avLst/>
          </a:prstGeom>
          <a:noFill/>
          <a:ln w="0">
            <a:noFill/>
          </a:ln>
        </p:spPr>
      </p:pic>
      <p:pic>
        <p:nvPicPr>
          <p:cNvPr id="137" name=""/>
          <p:cNvPicPr/>
          <p:nvPr/>
        </p:nvPicPr>
        <p:blipFill>
          <a:blip r:embed="rId2"/>
          <a:stretch/>
        </p:blipFill>
        <p:spPr>
          <a:xfrm>
            <a:off x="7011360" y="1321200"/>
            <a:ext cx="4880880" cy="416232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133200"/>
            <a:ext cx="2581560" cy="682200"/>
          </a:xfrm>
          <a:prstGeom prst="rect">
            <a:avLst/>
          </a:prstGeom>
          <a:noFill/>
          <a:ln w="0">
            <a:noFill/>
          </a:ln>
        </p:spPr>
        <p:txBody>
          <a:bodyPr lIns="0" rIns="0" tIns="0" bIns="0" anchor="ctr">
            <a:spAutoFit/>
          </a:bodyPr>
          <a:p>
            <a:pPr indent="0" algn="ctr">
              <a:lnSpc>
                <a:spcPct val="100000"/>
              </a:lnSpc>
              <a:buNone/>
              <a:tabLst>
                <a:tab algn="l" pos="0"/>
              </a:tabLst>
            </a:pPr>
            <a:r>
              <a:rPr lang="en-US" sz="4400" b="1" u="none" strike="noStrike">
                <a:solidFill>
                  <a:srgbClr val="ff0000"/>
                </a:solidFill>
                <a:effectLst/>
                <a:uFillTx/>
                <a:latin typeface="Arial"/>
              </a:rPr>
              <a:t>L3 1</a:t>
            </a:r>
            <a:endParaRPr lang="en-US" sz="4400" b="0" u="none" strike="noStrike">
              <a:solidFill>
                <a:srgbClr val="000000"/>
              </a:solidFill>
              <a:effectLst/>
              <a:uFillTx/>
              <a:latin typeface="Arial"/>
            </a:endParaRPr>
          </a:p>
        </p:txBody>
      </p:sp>
      <p:pic>
        <p:nvPicPr>
          <p:cNvPr id="139" name="Picture 5"/>
          <p:cNvPicPr/>
          <p:nvPr/>
        </p:nvPicPr>
        <p:blipFill>
          <a:blip r:embed="rId1"/>
          <a:stretch/>
        </p:blipFill>
        <p:spPr>
          <a:xfrm>
            <a:off x="0" y="1595880"/>
            <a:ext cx="4813560" cy="4114440"/>
          </a:xfrm>
          <a:prstGeom prst="rect">
            <a:avLst/>
          </a:prstGeom>
          <a:noFill/>
          <a:ln w="0">
            <a:noFill/>
          </a:ln>
        </p:spPr>
      </p:pic>
      <p:pic>
        <p:nvPicPr>
          <p:cNvPr id="140" name="Picture 6"/>
          <p:cNvPicPr/>
          <p:nvPr/>
        </p:nvPicPr>
        <p:blipFill>
          <a:blip r:embed="rId2"/>
          <a:stretch/>
        </p:blipFill>
        <p:spPr>
          <a:xfrm>
            <a:off x="5715000" y="1582920"/>
            <a:ext cx="4826520" cy="412740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25"/>
          <p:cNvSpPr/>
          <p:nvPr/>
        </p:nvSpPr>
        <p:spPr>
          <a:xfrm>
            <a:off x="609480" y="139320"/>
            <a:ext cx="3500640" cy="6703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tabLst>
                <a:tab algn="l" pos="0"/>
              </a:tabLst>
            </a:pPr>
            <a:r>
              <a:rPr lang="en-US" sz="4400" b="1" u="none" strike="noStrike">
                <a:solidFill>
                  <a:srgbClr val="ff0000"/>
                </a:solidFill>
                <a:effectLst/>
                <a:uFillTx/>
                <a:latin typeface="Arial"/>
                <a:ea typeface="SimSun"/>
              </a:rPr>
              <a:t>L3 1 CELLS</a:t>
            </a:r>
            <a:endParaRPr lang="en-US" sz="4400" b="0" u="none" strike="noStrike">
              <a:solidFill>
                <a:srgbClr val="000000"/>
              </a:solidFill>
              <a:effectLst/>
              <a:uFillTx/>
              <a:latin typeface="Arial"/>
            </a:endParaRPr>
          </a:p>
        </p:txBody>
      </p:sp>
      <p:pic>
        <p:nvPicPr>
          <p:cNvPr id="142" name=""/>
          <p:cNvPicPr/>
          <p:nvPr/>
        </p:nvPicPr>
        <p:blipFill>
          <a:blip r:embed="rId1"/>
          <a:stretch/>
        </p:blipFill>
        <p:spPr>
          <a:xfrm>
            <a:off x="37440" y="906480"/>
            <a:ext cx="5903280" cy="5034240"/>
          </a:xfrm>
          <a:prstGeom prst="rect">
            <a:avLst/>
          </a:prstGeom>
          <a:noFill/>
          <a:ln w="0">
            <a:noFill/>
          </a:ln>
        </p:spPr>
      </p:pic>
      <p:pic>
        <p:nvPicPr>
          <p:cNvPr id="143" name=""/>
          <p:cNvPicPr/>
          <p:nvPr/>
        </p:nvPicPr>
        <p:blipFill>
          <a:blip r:embed="rId2"/>
          <a:stretch/>
        </p:blipFill>
        <p:spPr>
          <a:xfrm>
            <a:off x="6167880" y="914400"/>
            <a:ext cx="5945040" cy="50698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26"/>
          <p:cNvSpPr/>
          <p:nvPr/>
        </p:nvSpPr>
        <p:spPr>
          <a:xfrm>
            <a:off x="609480" y="139320"/>
            <a:ext cx="3500640" cy="67032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tabLst>
                <a:tab algn="l" pos="0"/>
              </a:tabLst>
            </a:pPr>
            <a:r>
              <a:rPr lang="en-US" sz="4400" b="1" u="none" strike="noStrike">
                <a:solidFill>
                  <a:srgbClr val="ff0000"/>
                </a:solidFill>
                <a:effectLst/>
                <a:uFillTx/>
                <a:latin typeface="Arial"/>
                <a:ea typeface="SimSun"/>
              </a:rPr>
              <a:t>L3 1 CELLS</a:t>
            </a:r>
            <a:endParaRPr lang="en-US" sz="4400" b="0" u="none" strike="noStrike">
              <a:solidFill>
                <a:srgbClr val="000000"/>
              </a:solidFill>
              <a:effectLst/>
              <a:uFillTx/>
              <a:latin typeface="Arial"/>
            </a:endParaRPr>
          </a:p>
        </p:txBody>
      </p:sp>
      <p:pic>
        <p:nvPicPr>
          <p:cNvPr id="145" name=""/>
          <p:cNvPicPr/>
          <p:nvPr/>
        </p:nvPicPr>
        <p:blipFill>
          <a:blip r:embed="rId1"/>
          <a:stretch/>
        </p:blipFill>
        <p:spPr>
          <a:xfrm>
            <a:off x="46440" y="1143000"/>
            <a:ext cx="5894280" cy="5026320"/>
          </a:xfrm>
          <a:prstGeom prst="rect">
            <a:avLst/>
          </a:prstGeom>
          <a:noFill/>
          <a:ln w="0">
            <a:noFill/>
          </a:ln>
        </p:spPr>
      </p:pic>
      <p:pic>
        <p:nvPicPr>
          <p:cNvPr id="146" name=""/>
          <p:cNvPicPr/>
          <p:nvPr/>
        </p:nvPicPr>
        <p:blipFill>
          <a:blip r:embed="rId2"/>
          <a:stretch/>
        </p:blipFill>
        <p:spPr>
          <a:xfrm>
            <a:off x="6099120" y="1135080"/>
            <a:ext cx="5903640" cy="503424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27"/>
          <p:cNvSpPr/>
          <p:nvPr/>
        </p:nvSpPr>
        <p:spPr>
          <a:xfrm>
            <a:off x="468000" y="239400"/>
            <a:ext cx="10957320" cy="669600"/>
          </a:xfrm>
          <a:prstGeom prst="rect">
            <a:avLst/>
          </a:prstGeom>
          <a:noFill/>
          <a:ln w="0">
            <a:noFill/>
          </a:ln>
        </p:spPr>
        <p:style>
          <a:lnRef idx="0"/>
          <a:fillRef idx="0"/>
          <a:effectRef idx="0"/>
          <a:fontRef idx="minor"/>
        </p:style>
        <p:txBody>
          <a:bodyPr lIns="0" rIns="0" tIns="0" bIns="0" anchor="ctr">
            <a:spAutoFit/>
          </a:bodyPr>
          <a:p>
            <a:pPr defTabSz="914400">
              <a:lnSpc>
                <a:spcPct val="100000"/>
              </a:lnSpc>
              <a:tabLst>
                <a:tab algn="l" pos="0"/>
              </a:tabLst>
            </a:pPr>
            <a:r>
              <a:rPr lang="en-US" sz="4400" b="1" u="none" strike="noStrike">
                <a:solidFill>
                  <a:srgbClr val="ff0000"/>
                </a:solidFill>
                <a:effectLst/>
                <a:uFillTx/>
                <a:latin typeface="Arial"/>
                <a:ea typeface="SimSun"/>
              </a:rPr>
              <a:t>DATASETS L3-1</a:t>
            </a:r>
            <a:endParaRPr lang="en-US" sz="4400" b="0" u="none" strike="noStrike">
              <a:solidFill>
                <a:srgbClr val="000000"/>
              </a:solidFill>
              <a:effectLst/>
              <a:uFillTx/>
              <a:latin typeface="Arial"/>
            </a:endParaRPr>
          </a:p>
        </p:txBody>
      </p:sp>
      <p:pic>
        <p:nvPicPr>
          <p:cNvPr id="148" name=""/>
          <p:cNvPicPr/>
          <p:nvPr/>
        </p:nvPicPr>
        <p:blipFill>
          <a:blip r:embed="rId1"/>
          <a:stretch/>
        </p:blipFill>
        <p:spPr>
          <a:xfrm>
            <a:off x="5976000" y="228600"/>
            <a:ext cx="4765680" cy="6398280"/>
          </a:xfrm>
          <a:prstGeom prst="rect">
            <a:avLst/>
          </a:prstGeom>
          <a:noFill/>
          <a:ln w="0">
            <a:noFill/>
          </a:ln>
        </p:spPr>
      </p:pic>
      <p:pic>
        <p:nvPicPr>
          <p:cNvPr id="149" name=""/>
          <p:cNvPicPr/>
          <p:nvPr/>
        </p:nvPicPr>
        <p:blipFill>
          <a:blip r:embed="rId2"/>
          <a:stretch/>
        </p:blipFill>
        <p:spPr>
          <a:xfrm>
            <a:off x="1572120" y="2229120"/>
            <a:ext cx="2822400" cy="234036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5"/>
          <p:cNvSpPr/>
          <p:nvPr/>
        </p:nvSpPr>
        <p:spPr>
          <a:xfrm>
            <a:off x="470160" y="75600"/>
            <a:ext cx="10957320" cy="547920"/>
          </a:xfrm>
          <a:prstGeom prst="rect">
            <a:avLst/>
          </a:prstGeom>
          <a:noFill/>
          <a:ln w="0">
            <a:noFill/>
          </a:ln>
        </p:spPr>
        <p:style>
          <a:lnRef idx="0"/>
          <a:fillRef idx="0"/>
          <a:effectRef idx="0"/>
          <a:fontRef idx="minor"/>
        </p:style>
        <p:txBody>
          <a:bodyPr lIns="0" rIns="0" tIns="0" bIns="0" anchor="ctr">
            <a:spAutoFit/>
          </a:bodyPr>
          <a:p>
            <a:pPr defTabSz="914400">
              <a:lnSpc>
                <a:spcPct val="100000"/>
              </a:lnSpc>
              <a:tabLst>
                <a:tab algn="l" pos="0"/>
              </a:tabLst>
            </a:pPr>
            <a:r>
              <a:rPr lang="en-US" sz="3600" b="1" u="none" strike="noStrike">
                <a:solidFill>
                  <a:srgbClr val="ff0000"/>
                </a:solidFill>
                <a:effectLst/>
                <a:uFillTx/>
                <a:latin typeface="Arial"/>
                <a:ea typeface="SimSun"/>
              </a:rPr>
              <a:t>L3 1(CELL IMAGES, SAME PARAMETERS GUI)</a:t>
            </a:r>
            <a:endParaRPr lang="en-US" sz="3600" b="0" u="none" strike="noStrike">
              <a:solidFill>
                <a:srgbClr val="000000"/>
              </a:solidFill>
              <a:effectLst/>
              <a:uFillTx/>
              <a:latin typeface="Arial"/>
            </a:endParaRPr>
          </a:p>
        </p:txBody>
      </p:sp>
      <p:sp>
        <p:nvSpPr>
          <p:cNvPr id="151" name="PlaceHolder 7"/>
          <p:cNvSpPr/>
          <p:nvPr/>
        </p:nvSpPr>
        <p:spPr>
          <a:xfrm>
            <a:off x="228600" y="685800"/>
            <a:ext cx="4569480" cy="746640"/>
          </a:xfrm>
          <a:prstGeom prst="rect">
            <a:avLst/>
          </a:prstGeom>
          <a:noFill/>
          <a:ln w="9360">
            <a:solidFill>
              <a:srgbClr val="2a6099"/>
            </a:solidFill>
            <a:round/>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3600" b="1" u="none" strike="noStrike">
                <a:solidFill>
                  <a:srgbClr val="ff0000"/>
                </a:solidFill>
                <a:effectLst/>
                <a:uFillTx/>
                <a:latin typeface="Arial"/>
                <a:ea typeface="SimSun"/>
              </a:rPr>
              <a:t>WITH SPOTIFLOW</a:t>
            </a:r>
            <a:endParaRPr lang="en-US" sz="3600" b="0" u="none" strike="noStrike">
              <a:solidFill>
                <a:srgbClr val="000000"/>
              </a:solidFill>
              <a:effectLst/>
              <a:uFillTx/>
              <a:latin typeface="Arial"/>
            </a:endParaRPr>
          </a:p>
        </p:txBody>
      </p:sp>
      <p:sp>
        <p:nvSpPr>
          <p:cNvPr id="152" name="PlaceHolder 12"/>
          <p:cNvSpPr/>
          <p:nvPr/>
        </p:nvSpPr>
        <p:spPr>
          <a:xfrm>
            <a:off x="6629400" y="685800"/>
            <a:ext cx="5255280" cy="746640"/>
          </a:xfrm>
          <a:prstGeom prst="rect">
            <a:avLst/>
          </a:prstGeom>
          <a:noFill/>
          <a:ln w="9360">
            <a:solidFill>
              <a:srgbClr val="2a6099"/>
            </a:solidFill>
            <a:round/>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3600" b="1" u="none" strike="noStrike">
                <a:solidFill>
                  <a:srgbClr val="ff0000"/>
                </a:solidFill>
                <a:effectLst/>
                <a:uFillTx/>
                <a:latin typeface="Arial"/>
                <a:ea typeface="SimSun"/>
              </a:rPr>
              <a:t>WITHOUT SPOTIFLOW</a:t>
            </a:r>
            <a:endParaRPr lang="en-US" sz="3600" b="0" u="none" strike="noStrike">
              <a:solidFill>
                <a:srgbClr val="000000"/>
              </a:solidFill>
              <a:effectLst/>
              <a:uFillTx/>
              <a:latin typeface="Arial"/>
            </a:endParaRPr>
          </a:p>
        </p:txBody>
      </p:sp>
      <p:pic>
        <p:nvPicPr>
          <p:cNvPr id="153" name=""/>
          <p:cNvPicPr/>
          <p:nvPr/>
        </p:nvPicPr>
        <p:blipFill>
          <a:blip r:embed="rId1"/>
          <a:stretch/>
        </p:blipFill>
        <p:spPr>
          <a:xfrm>
            <a:off x="6172200" y="1828800"/>
            <a:ext cx="2796120" cy="2384280"/>
          </a:xfrm>
          <a:prstGeom prst="rect">
            <a:avLst/>
          </a:prstGeom>
          <a:noFill/>
          <a:ln w="0">
            <a:noFill/>
          </a:ln>
        </p:spPr>
      </p:pic>
      <p:sp>
        <p:nvSpPr>
          <p:cNvPr id="154" name=""/>
          <p:cNvSpPr/>
          <p:nvPr/>
        </p:nvSpPr>
        <p:spPr>
          <a:xfrm>
            <a:off x="6165720" y="675720"/>
            <a:ext cx="6480" cy="6182280"/>
          </a:xfrm>
          <a:prstGeom prst="line">
            <a:avLst/>
          </a:prstGeom>
          <a:ln w="91440">
            <a:solidFill>
              <a:srgbClr val="00a933"/>
            </a:solidFill>
            <a:roun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Arial"/>
              <a:ea typeface="SimSun"/>
            </a:endParaRPr>
          </a:p>
        </p:txBody>
      </p:sp>
      <p:pic>
        <p:nvPicPr>
          <p:cNvPr id="155" name=""/>
          <p:cNvPicPr/>
          <p:nvPr/>
        </p:nvPicPr>
        <p:blipFill>
          <a:blip r:embed="rId2"/>
          <a:stretch/>
        </p:blipFill>
        <p:spPr>
          <a:xfrm>
            <a:off x="9372600" y="1775160"/>
            <a:ext cx="2740680" cy="2337120"/>
          </a:xfrm>
          <a:prstGeom prst="rect">
            <a:avLst/>
          </a:prstGeom>
          <a:noFill/>
          <a:ln w="0">
            <a:noFill/>
          </a:ln>
        </p:spPr>
      </p:pic>
      <p:pic>
        <p:nvPicPr>
          <p:cNvPr id="156" name=""/>
          <p:cNvPicPr/>
          <p:nvPr/>
        </p:nvPicPr>
        <p:blipFill>
          <a:blip r:embed="rId3"/>
          <a:stretch/>
        </p:blipFill>
        <p:spPr>
          <a:xfrm>
            <a:off x="6195240" y="4353480"/>
            <a:ext cx="2946240" cy="2512080"/>
          </a:xfrm>
          <a:prstGeom prst="rect">
            <a:avLst/>
          </a:prstGeom>
          <a:noFill/>
          <a:ln w="0">
            <a:noFill/>
          </a:ln>
        </p:spPr>
      </p:pic>
      <p:pic>
        <p:nvPicPr>
          <p:cNvPr id="157" name=""/>
          <p:cNvPicPr/>
          <p:nvPr/>
        </p:nvPicPr>
        <p:blipFill>
          <a:blip r:embed="rId4"/>
          <a:stretch/>
        </p:blipFill>
        <p:spPr>
          <a:xfrm>
            <a:off x="9243360" y="4343400"/>
            <a:ext cx="2946240" cy="2512080"/>
          </a:xfrm>
          <a:prstGeom prst="rect">
            <a:avLst/>
          </a:prstGeom>
          <a:noFill/>
          <a:ln w="0">
            <a:noFill/>
          </a:ln>
        </p:spPr>
      </p:pic>
      <p:pic>
        <p:nvPicPr>
          <p:cNvPr id="158" name=""/>
          <p:cNvPicPr/>
          <p:nvPr/>
        </p:nvPicPr>
        <p:blipFill>
          <a:blip r:embed="rId5"/>
          <a:stretch/>
        </p:blipFill>
        <p:spPr>
          <a:xfrm>
            <a:off x="228600" y="1699920"/>
            <a:ext cx="2539080" cy="1957320"/>
          </a:xfrm>
          <a:prstGeom prst="rect">
            <a:avLst/>
          </a:prstGeom>
          <a:noFill/>
          <a:ln w="36720">
            <a:noFill/>
          </a:ln>
        </p:spPr>
      </p:pic>
      <p:pic>
        <p:nvPicPr>
          <p:cNvPr id="159" name=""/>
          <p:cNvPicPr/>
          <p:nvPr/>
        </p:nvPicPr>
        <p:blipFill>
          <a:blip r:embed="rId6"/>
          <a:stretch/>
        </p:blipFill>
        <p:spPr>
          <a:xfrm>
            <a:off x="135720" y="4114800"/>
            <a:ext cx="2835720" cy="2185920"/>
          </a:xfrm>
          <a:prstGeom prst="rect">
            <a:avLst/>
          </a:prstGeom>
          <a:noFill/>
          <a:ln w="36720">
            <a:noFill/>
          </a:ln>
        </p:spPr>
      </p:pic>
      <p:pic>
        <p:nvPicPr>
          <p:cNvPr id="160" name=""/>
          <p:cNvPicPr/>
          <p:nvPr/>
        </p:nvPicPr>
        <p:blipFill>
          <a:blip r:embed="rId7"/>
          <a:stretch/>
        </p:blipFill>
        <p:spPr>
          <a:xfrm>
            <a:off x="2971800" y="1537560"/>
            <a:ext cx="2749320" cy="2119680"/>
          </a:xfrm>
          <a:prstGeom prst="rect">
            <a:avLst/>
          </a:prstGeom>
          <a:noFill/>
          <a:ln w="36720">
            <a:noFill/>
          </a:ln>
        </p:spPr>
      </p:pic>
      <p:pic>
        <p:nvPicPr>
          <p:cNvPr id="161" name=""/>
          <p:cNvPicPr/>
          <p:nvPr/>
        </p:nvPicPr>
        <p:blipFill>
          <a:blip r:embed="rId8"/>
          <a:stretch/>
        </p:blipFill>
        <p:spPr>
          <a:xfrm>
            <a:off x="3066840" y="4114800"/>
            <a:ext cx="2876400" cy="2217600"/>
          </a:xfrm>
          <a:prstGeom prst="rect">
            <a:avLst/>
          </a:prstGeom>
          <a:noFill/>
          <a:ln w="3672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1_Green Color">
  <a:themeElements>
    <a:clrScheme name="">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002060"/>
      </a:hlink>
      <a:folHlink>
        <a:srgbClr val="996600"/>
      </a:folHlink>
    </a:clrScheme>
    <a:fontScheme name="Green Color">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660</TotalTime>
  <Application>LibreOffice/25.8.5.2$Windows_X86_64 LibreOffice_project/9c8b85f387cc00a89945a79c9e6239f32e450ac2</Application>
  <AppVersion>15.0000</AppVersion>
  <Words>254</Words>
  <Paragraphs>44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2024-11-18T13:41:00Z</dcterms:created>
  <dc:creator>Nahuel-Hernan Ramos</dc:creator>
  <dc:description/>
  <dc:language>en-US</dc:language>
  <cp:lastModifiedBy/>
  <dcterms:modified xsi:type="dcterms:W3CDTF">2026-04-29T22:14:26Z</dcterms:modified>
  <cp:revision>1137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01A98073925847589F8FCE52CF4D9B10_13</vt:lpwstr>
  </property>
  <property fmtid="{D5CDD505-2E9C-101B-9397-08002B2CF9AE}" pid="3" name="KSOProductBuildVer">
    <vt:lpwstr>2057-12.9.0.21549</vt:lpwstr>
  </property>
  <property fmtid="{D5CDD505-2E9C-101B-9397-08002B2CF9AE}" pid="4" name="PresentationFormat">
    <vt:lpwstr>Panorámica</vt:lpwstr>
  </property>
  <property fmtid="{D5CDD505-2E9C-101B-9397-08002B2CF9AE}" pid="5" name="Slides">
    <vt:i4>9</vt:i4>
  </property>
</Properties>
</file>