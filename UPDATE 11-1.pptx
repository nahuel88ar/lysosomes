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dt" idx="1"/>
          </p:nvPr>
        </p:nvSpPr>
        <p:spPr>
          <a:xfrm>
            <a:off x="609480" y="6245280"/>
            <a:ext cx="2844000" cy="47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ftr" idx="2"/>
          </p:nvPr>
        </p:nvSpPr>
        <p:spPr>
          <a:xfrm>
            <a:off x="4165560" y="6245280"/>
            <a:ext cx="3859920" cy="47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sldNum" idx="3"/>
          </p:nvPr>
        </p:nvSpPr>
        <p:spPr>
          <a:xfrm>
            <a:off x="8737560" y="6245280"/>
            <a:ext cx="2844000" cy="47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40240" y="457200"/>
            <a:ext cx="3931920" cy="15994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71480" cy="48729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840240" y="2057400"/>
            <a:ext cx="3931920" cy="38109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609480" y="6245280"/>
            <a:ext cx="2844000" cy="47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4165560" y="6245280"/>
            <a:ext cx="3859920" cy="47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8737560" y="6245280"/>
            <a:ext cx="2844000" cy="47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40240" y="457200"/>
            <a:ext cx="3931920" cy="15994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840240" y="2057400"/>
            <a:ext cx="3931920" cy="38109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dt" idx="7"/>
          </p:nvPr>
        </p:nvSpPr>
        <p:spPr>
          <a:xfrm>
            <a:off x="609480" y="6245280"/>
            <a:ext cx="2844000" cy="47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ftr" idx="8"/>
          </p:nvPr>
        </p:nvSpPr>
        <p:spPr>
          <a:xfrm>
            <a:off x="4165560" y="6245280"/>
            <a:ext cx="3859920" cy="47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6"/>
          <p:cNvSpPr>
            <a:spLocks noGrp="1"/>
          </p:cNvSpPr>
          <p:nvPr>
            <p:ph type="sldNum" idx="9"/>
          </p:nvPr>
        </p:nvSpPr>
        <p:spPr>
          <a:xfrm>
            <a:off x="8737560" y="6245280"/>
            <a:ext cx="2844000" cy="47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0" hidden="1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" name="Picture 3"/>
          <p:cNvPicPr/>
          <p:nvPr/>
        </p:nvPicPr>
        <p:blipFill>
          <a:blip r:embed="rId3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24240" y="3718080"/>
            <a:ext cx="10942560" cy="10818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dt" idx="10"/>
          </p:nvPr>
        </p:nvSpPr>
        <p:spPr>
          <a:xfrm>
            <a:off x="609480" y="6245280"/>
            <a:ext cx="2844000" cy="47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ftr" idx="11"/>
          </p:nvPr>
        </p:nvSpPr>
        <p:spPr>
          <a:xfrm>
            <a:off x="4165560" y="6245280"/>
            <a:ext cx="3859920" cy="47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12"/>
          </p:nvPr>
        </p:nvSpPr>
        <p:spPr>
          <a:xfrm>
            <a:off x="8737560" y="6245280"/>
            <a:ext cx="2844000" cy="47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2080" cy="5817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10972080" cy="495216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3"/>
          </p:nvPr>
        </p:nvSpPr>
        <p:spPr>
          <a:xfrm>
            <a:off x="609480" y="6245280"/>
            <a:ext cx="2844000" cy="47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4"/>
          </p:nvPr>
        </p:nvSpPr>
        <p:spPr>
          <a:xfrm>
            <a:off x="4165560" y="6245280"/>
            <a:ext cx="3859920" cy="47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5"/>
          </p:nvPr>
        </p:nvSpPr>
        <p:spPr>
          <a:xfrm>
            <a:off x="8737560" y="6245280"/>
            <a:ext cx="2844000" cy="47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839080" y="190440"/>
            <a:ext cx="2742480" cy="593640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ctr" vert="eaVer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09480" y="190440"/>
            <a:ext cx="8025840" cy="593640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6"/>
          </p:nvPr>
        </p:nvSpPr>
        <p:spPr>
          <a:xfrm>
            <a:off x="609480" y="6245280"/>
            <a:ext cx="2844000" cy="47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17"/>
          </p:nvPr>
        </p:nvSpPr>
        <p:spPr>
          <a:xfrm>
            <a:off x="4165560" y="6245280"/>
            <a:ext cx="3859920" cy="47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18"/>
          </p:nvPr>
        </p:nvSpPr>
        <p:spPr>
          <a:xfrm>
            <a:off x="8737560" y="6245280"/>
            <a:ext cx="2844000" cy="47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2080" cy="5817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10972080" cy="49521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19"/>
          </p:nvPr>
        </p:nvSpPr>
        <p:spPr>
          <a:xfrm>
            <a:off x="609480" y="6245280"/>
            <a:ext cx="2844000" cy="47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0"/>
          </p:nvPr>
        </p:nvSpPr>
        <p:spPr>
          <a:xfrm>
            <a:off x="4165560" y="6245280"/>
            <a:ext cx="3859920" cy="47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21"/>
          </p:nvPr>
        </p:nvSpPr>
        <p:spPr>
          <a:xfrm>
            <a:off x="8737560" y="6245280"/>
            <a:ext cx="2844000" cy="47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22"/>
          </p:nvPr>
        </p:nvSpPr>
        <p:spPr>
          <a:xfrm>
            <a:off x="609480" y="6245280"/>
            <a:ext cx="2844000" cy="47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23"/>
          </p:nvPr>
        </p:nvSpPr>
        <p:spPr>
          <a:xfrm>
            <a:off x="4165560" y="6245280"/>
            <a:ext cx="3859920" cy="47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24"/>
          </p:nvPr>
        </p:nvSpPr>
        <p:spPr>
          <a:xfrm>
            <a:off x="8737560" y="6245280"/>
            <a:ext cx="2844000" cy="47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2080" cy="5817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5384160" cy="49521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197760" y="1174680"/>
            <a:ext cx="5384160" cy="49521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25"/>
          </p:nvPr>
        </p:nvSpPr>
        <p:spPr>
          <a:xfrm>
            <a:off x="609480" y="6245280"/>
            <a:ext cx="2844000" cy="47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26"/>
          </p:nvPr>
        </p:nvSpPr>
        <p:spPr>
          <a:xfrm>
            <a:off x="4165560" y="6245280"/>
            <a:ext cx="3859920" cy="47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27"/>
          </p:nvPr>
        </p:nvSpPr>
        <p:spPr>
          <a:xfrm>
            <a:off x="8737560" y="6245280"/>
            <a:ext cx="2844000" cy="47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40240" y="365040"/>
            <a:ext cx="10514880" cy="13248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840240" y="1681200"/>
            <a:ext cx="5157720" cy="82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840240" y="2505240"/>
            <a:ext cx="5157720" cy="36838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38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dt" idx="28"/>
          </p:nvPr>
        </p:nvSpPr>
        <p:spPr>
          <a:xfrm>
            <a:off x="609480" y="6245280"/>
            <a:ext cx="2844000" cy="47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7"/>
          <p:cNvSpPr>
            <a:spLocks noGrp="1"/>
          </p:cNvSpPr>
          <p:nvPr>
            <p:ph type="ftr" idx="29"/>
          </p:nvPr>
        </p:nvSpPr>
        <p:spPr>
          <a:xfrm>
            <a:off x="4165560" y="6245280"/>
            <a:ext cx="3859920" cy="47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8"/>
          <p:cNvSpPr>
            <a:spLocks noGrp="1"/>
          </p:cNvSpPr>
          <p:nvPr>
            <p:ph type="sldNum" idx="30"/>
          </p:nvPr>
        </p:nvSpPr>
        <p:spPr>
          <a:xfrm>
            <a:off x="8737560" y="6245280"/>
            <a:ext cx="2844000" cy="47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2080" cy="5817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dt" idx="31"/>
          </p:nvPr>
        </p:nvSpPr>
        <p:spPr>
          <a:xfrm>
            <a:off x="609480" y="6245280"/>
            <a:ext cx="2844000" cy="47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ftr" idx="32"/>
          </p:nvPr>
        </p:nvSpPr>
        <p:spPr>
          <a:xfrm>
            <a:off x="4165560" y="6245280"/>
            <a:ext cx="3859920" cy="47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sldNum" idx="33"/>
          </p:nvPr>
        </p:nvSpPr>
        <p:spPr>
          <a:xfrm>
            <a:off x="8737560" y="6245280"/>
            <a:ext cx="2844000" cy="47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ubTitle"/>
          </p:nvPr>
        </p:nvSpPr>
        <p:spPr>
          <a:xfrm>
            <a:off x="734760" y="1720800"/>
            <a:ext cx="10337760" cy="2899800"/>
          </a:xfrm>
          <a:prstGeom prst="rect">
            <a:avLst/>
          </a:prstGeom>
          <a:noFill/>
          <a:ln w="9360">
            <a:noFill/>
          </a:ln>
        </p:spPr>
        <p:txBody>
          <a:bodyPr lIns="91440" rIns="91440" tIns="45720" bIns="45720" anchor="t">
            <a:noAutofit/>
          </a:bodyPr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3D Image Segmentation and Quantification of Lysosomes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15/1/2025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143000" y="2743200"/>
            <a:ext cx="10972080" cy="761400"/>
          </a:xfrm>
          <a:prstGeom prst="rect">
            <a:avLst/>
          </a:prstGeom>
          <a:noFill/>
          <a:ln w="936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PLOTS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"/>
          <p:cNvPicPr/>
          <p:nvPr/>
        </p:nvPicPr>
        <p:blipFill>
          <a:blip r:embed="rId1"/>
          <a:stretch/>
        </p:blipFill>
        <p:spPr>
          <a:xfrm>
            <a:off x="228600" y="685800"/>
            <a:ext cx="4488840" cy="274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"/>
          <p:cNvSpPr txBox="1"/>
          <p:nvPr/>
        </p:nvSpPr>
        <p:spPr>
          <a:xfrm>
            <a:off x="228600" y="228600"/>
            <a:ext cx="1600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L3 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"/>
          <p:cNvPicPr/>
          <p:nvPr/>
        </p:nvPicPr>
        <p:blipFill>
          <a:blip r:embed="rId2"/>
          <a:stretch/>
        </p:blipFill>
        <p:spPr>
          <a:xfrm>
            <a:off x="6400800" y="228600"/>
            <a:ext cx="4114800" cy="251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"/>
          <p:cNvSpPr txBox="1"/>
          <p:nvPr/>
        </p:nvSpPr>
        <p:spPr>
          <a:xfrm>
            <a:off x="5486400" y="228600"/>
            <a:ext cx="1600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L3 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"/>
          <p:cNvPicPr/>
          <p:nvPr/>
        </p:nvPicPr>
        <p:blipFill>
          <a:blip r:embed="rId3"/>
          <a:stretch/>
        </p:blipFill>
        <p:spPr>
          <a:xfrm>
            <a:off x="6629400" y="2971800"/>
            <a:ext cx="4537800" cy="277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"/>
          <p:cNvSpPr txBox="1"/>
          <p:nvPr/>
        </p:nvSpPr>
        <p:spPr>
          <a:xfrm>
            <a:off x="4572000" y="3657600"/>
            <a:ext cx="1600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L3 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"/>
          <p:cNvPicPr/>
          <p:nvPr/>
        </p:nvPicPr>
        <p:blipFill>
          <a:blip r:embed="rId1"/>
          <a:stretch/>
        </p:blipFill>
        <p:spPr>
          <a:xfrm>
            <a:off x="0" y="1600200"/>
            <a:ext cx="5909400" cy="361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"/>
          <p:cNvPicPr/>
          <p:nvPr/>
        </p:nvPicPr>
        <p:blipFill>
          <a:blip r:embed="rId2"/>
          <a:stretch/>
        </p:blipFill>
        <p:spPr>
          <a:xfrm>
            <a:off x="6400800" y="1557720"/>
            <a:ext cx="5791320" cy="353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"/>
          <p:cNvSpPr txBox="1"/>
          <p:nvPr/>
        </p:nvSpPr>
        <p:spPr>
          <a:xfrm>
            <a:off x="2057400" y="914400"/>
            <a:ext cx="1600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OH 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8458200" y="914400"/>
            <a:ext cx="1600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OH 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"/>
          <p:cNvPicPr/>
          <p:nvPr/>
        </p:nvPicPr>
        <p:blipFill>
          <a:blip r:embed="rId1"/>
          <a:stretch/>
        </p:blipFill>
        <p:spPr>
          <a:xfrm>
            <a:off x="34200" y="1278360"/>
            <a:ext cx="6138000" cy="375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"/>
          <p:cNvPicPr/>
          <p:nvPr/>
        </p:nvPicPr>
        <p:blipFill>
          <a:blip r:embed="rId2"/>
          <a:stretch/>
        </p:blipFill>
        <p:spPr>
          <a:xfrm>
            <a:off x="6491520" y="1363680"/>
            <a:ext cx="5624280" cy="343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"/>
          <p:cNvSpPr txBox="1"/>
          <p:nvPr/>
        </p:nvSpPr>
        <p:spPr>
          <a:xfrm>
            <a:off x="2286000" y="685800"/>
            <a:ext cx="1600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4H 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7543800" y="685800"/>
            <a:ext cx="1600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4H 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"/>
          <p:cNvPicPr/>
          <p:nvPr/>
        </p:nvPicPr>
        <p:blipFill>
          <a:blip r:embed="rId1"/>
          <a:stretch/>
        </p:blipFill>
        <p:spPr>
          <a:xfrm>
            <a:off x="0" y="914400"/>
            <a:ext cx="5029200" cy="307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"/>
          <p:cNvPicPr/>
          <p:nvPr/>
        </p:nvPicPr>
        <p:blipFill>
          <a:blip r:embed="rId2"/>
          <a:stretch/>
        </p:blipFill>
        <p:spPr>
          <a:xfrm>
            <a:off x="6193080" y="228600"/>
            <a:ext cx="5236920" cy="320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"/>
          <p:cNvPicPr/>
          <p:nvPr/>
        </p:nvPicPr>
        <p:blipFill>
          <a:blip r:embed="rId3"/>
          <a:stretch/>
        </p:blipFill>
        <p:spPr>
          <a:xfrm>
            <a:off x="6206400" y="3208680"/>
            <a:ext cx="5223600" cy="319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"/>
          <p:cNvSpPr txBox="1"/>
          <p:nvPr/>
        </p:nvSpPr>
        <p:spPr>
          <a:xfrm>
            <a:off x="685800" y="228600"/>
            <a:ext cx="1600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6H 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5257800" y="685800"/>
            <a:ext cx="1600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8H 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4343400" y="4800600"/>
            <a:ext cx="1600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8H 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"/>
          <p:cNvPicPr/>
          <p:nvPr/>
        </p:nvPicPr>
        <p:blipFill>
          <a:blip r:embed="rId1"/>
          <a:stretch/>
        </p:blipFill>
        <p:spPr>
          <a:xfrm>
            <a:off x="429120" y="1371600"/>
            <a:ext cx="5285880" cy="323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"/>
          <p:cNvPicPr/>
          <p:nvPr/>
        </p:nvPicPr>
        <p:blipFill>
          <a:blip r:embed="rId2"/>
          <a:stretch/>
        </p:blipFill>
        <p:spPr>
          <a:xfrm>
            <a:off x="6400800" y="1371600"/>
            <a:ext cx="5611320" cy="342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"/>
          <p:cNvSpPr txBox="1"/>
          <p:nvPr/>
        </p:nvSpPr>
        <p:spPr>
          <a:xfrm>
            <a:off x="2286360" y="685800"/>
            <a:ext cx="1600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18H 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7543800" y="685800"/>
            <a:ext cx="1600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18H 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920" y="2575080"/>
            <a:ext cx="1097208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TUNING OF PARAMETERS</a:t>
            </a:r>
            <a:endParaRPr lang="en-US" sz="4400" b="1" u="none" strike="noStrike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52280" y="190440"/>
            <a:ext cx="2133720" cy="5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IMAGE L3 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"/>
          <p:cNvPicPr/>
          <p:nvPr/>
        </p:nvPicPr>
        <p:blipFill>
          <a:blip r:embed="rId1"/>
          <a:stretch/>
        </p:blipFill>
        <p:spPr>
          <a:xfrm>
            <a:off x="8978760" y="3421080"/>
            <a:ext cx="2908440" cy="275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"/>
          <p:cNvSpPr txBox="1"/>
          <p:nvPr/>
        </p:nvSpPr>
        <p:spPr>
          <a:xfrm>
            <a:off x="2286000" y="83520"/>
            <a:ext cx="38862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ERODE_MULT =1 THRESHOLDING=0.005</a:t>
            </a:r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"/>
          <p:cNvPicPr/>
          <p:nvPr/>
        </p:nvPicPr>
        <p:blipFill>
          <a:blip r:embed="rId2"/>
          <a:stretch/>
        </p:blipFill>
        <p:spPr>
          <a:xfrm>
            <a:off x="5715000" y="228600"/>
            <a:ext cx="2948040" cy="2971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"/>
          <p:cNvPicPr/>
          <p:nvPr/>
        </p:nvPicPr>
        <p:blipFill>
          <a:blip r:embed="rId3"/>
          <a:stretch/>
        </p:blipFill>
        <p:spPr>
          <a:xfrm>
            <a:off x="212040" y="728640"/>
            <a:ext cx="5059080" cy="498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"/>
          <p:cNvPicPr/>
          <p:nvPr/>
        </p:nvPicPr>
        <p:blipFill>
          <a:blip r:embed="rId4"/>
          <a:stretch/>
        </p:blipFill>
        <p:spPr>
          <a:xfrm>
            <a:off x="8915400" y="228600"/>
            <a:ext cx="2958480" cy="2971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"/>
          <p:cNvPicPr/>
          <p:nvPr/>
        </p:nvPicPr>
        <p:blipFill>
          <a:blip r:embed="rId5"/>
          <a:stretch/>
        </p:blipFill>
        <p:spPr>
          <a:xfrm>
            <a:off x="5712840" y="3429000"/>
            <a:ext cx="2973960" cy="275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"/>
          <p:cNvSpPr/>
          <p:nvPr/>
        </p:nvSpPr>
        <p:spPr>
          <a:xfrm>
            <a:off x="2743200" y="2743200"/>
            <a:ext cx="228600" cy="2286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168840"/>
            <a:ext cx="1097208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IMAGE L3 1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1447920" y="914400"/>
            <a:ext cx="38862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ERODE_MULT =1 THRESHOLDING=0.005</a:t>
            </a:r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"/>
          <p:cNvPicPr/>
          <p:nvPr/>
        </p:nvPicPr>
        <p:blipFill>
          <a:blip r:embed="rId1"/>
          <a:stretch/>
        </p:blipFill>
        <p:spPr>
          <a:xfrm>
            <a:off x="2028960" y="1619280"/>
            <a:ext cx="2085840" cy="318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 txBox="1"/>
          <p:nvPr/>
        </p:nvSpPr>
        <p:spPr>
          <a:xfrm>
            <a:off x="4114800" y="914400"/>
            <a:ext cx="38862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ERODE_MULT =2 THRESHOLDING=0.01</a:t>
            </a:r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6858000" y="914400"/>
            <a:ext cx="38862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ERODE_MULT =3 THRESHOLDING=0.015</a:t>
            </a:r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9601200" y="915120"/>
            <a:ext cx="38862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ERODE_MULT =4 THRESHOLDING=0.02</a:t>
            </a:r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"/>
          <p:cNvPicPr/>
          <p:nvPr/>
        </p:nvPicPr>
        <p:blipFill>
          <a:blip r:embed="rId2"/>
          <a:stretch/>
        </p:blipFill>
        <p:spPr>
          <a:xfrm>
            <a:off x="4343400" y="1600200"/>
            <a:ext cx="2192760" cy="320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"/>
          <p:cNvPicPr/>
          <p:nvPr/>
        </p:nvPicPr>
        <p:blipFill>
          <a:blip r:embed="rId3"/>
          <a:stretch/>
        </p:blipFill>
        <p:spPr>
          <a:xfrm>
            <a:off x="0" y="457200"/>
            <a:ext cx="1546920" cy="251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"/>
          <p:cNvSpPr/>
          <p:nvPr/>
        </p:nvSpPr>
        <p:spPr>
          <a:xfrm>
            <a:off x="457200" y="0"/>
            <a:ext cx="457200" cy="4572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"/>
          <p:cNvPicPr/>
          <p:nvPr/>
        </p:nvPicPr>
        <p:blipFill>
          <a:blip r:embed="rId4"/>
          <a:stretch/>
        </p:blipFill>
        <p:spPr>
          <a:xfrm>
            <a:off x="7086600" y="1600200"/>
            <a:ext cx="2072160" cy="320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"/>
          <p:cNvPicPr/>
          <p:nvPr/>
        </p:nvPicPr>
        <p:blipFill>
          <a:blip r:embed="rId5"/>
          <a:stretch/>
        </p:blipFill>
        <p:spPr>
          <a:xfrm>
            <a:off x="0" y="3200400"/>
            <a:ext cx="1709280" cy="1828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"/>
          <p:cNvPicPr/>
          <p:nvPr/>
        </p:nvPicPr>
        <p:blipFill>
          <a:blip r:embed="rId6"/>
          <a:stretch/>
        </p:blipFill>
        <p:spPr>
          <a:xfrm>
            <a:off x="1828800" y="4993560"/>
            <a:ext cx="1609200" cy="163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"/>
          <p:cNvPicPr/>
          <p:nvPr/>
        </p:nvPicPr>
        <p:blipFill>
          <a:blip r:embed="rId7"/>
          <a:stretch/>
        </p:blipFill>
        <p:spPr>
          <a:xfrm>
            <a:off x="9630000" y="1600200"/>
            <a:ext cx="1800000" cy="3191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168840"/>
            <a:ext cx="1097208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IMAGE L3 1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0" y="914400"/>
            <a:ext cx="38862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ERODE_MULT =5 THRESHOLDING=0.025</a:t>
            </a:r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"/>
          <p:cNvPicPr/>
          <p:nvPr/>
        </p:nvPicPr>
        <p:blipFill>
          <a:blip r:embed="rId1"/>
          <a:stretch/>
        </p:blipFill>
        <p:spPr>
          <a:xfrm>
            <a:off x="390960" y="1562400"/>
            <a:ext cx="1904400" cy="186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"/>
          <p:cNvSpPr txBox="1"/>
          <p:nvPr/>
        </p:nvSpPr>
        <p:spPr>
          <a:xfrm>
            <a:off x="2743200" y="914400"/>
            <a:ext cx="38862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ERODE_MULT =5 THRESHOLDING=0.03</a:t>
            </a:r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228600" y="3741120"/>
            <a:ext cx="38862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ERODE_MULT =5 THRESHOLDING=0.035</a:t>
            </a:r>
            <a:endParaRPr lang="en-US" sz="1800" b="1" u="none" strike="noStrike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"/>
          <p:cNvPicPr/>
          <p:nvPr/>
        </p:nvPicPr>
        <p:blipFill>
          <a:blip r:embed="rId2"/>
          <a:stretch/>
        </p:blipFill>
        <p:spPr>
          <a:xfrm>
            <a:off x="2772000" y="1524240"/>
            <a:ext cx="1800000" cy="191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"/>
          <p:cNvPicPr/>
          <p:nvPr/>
        </p:nvPicPr>
        <p:blipFill>
          <a:blip r:embed="rId3"/>
          <a:stretch/>
        </p:blipFill>
        <p:spPr>
          <a:xfrm>
            <a:off x="228600" y="4343400"/>
            <a:ext cx="2800080" cy="246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"/>
          <p:cNvPicPr/>
          <p:nvPr/>
        </p:nvPicPr>
        <p:blipFill>
          <a:blip r:embed="rId4"/>
          <a:stretch/>
        </p:blipFill>
        <p:spPr>
          <a:xfrm>
            <a:off x="5252040" y="1996200"/>
            <a:ext cx="6800400" cy="394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"/>
          <p:cNvSpPr/>
          <p:nvPr/>
        </p:nvSpPr>
        <p:spPr>
          <a:xfrm>
            <a:off x="3028680" y="4343400"/>
            <a:ext cx="2229120" cy="685800"/>
          </a:xfrm>
          <a:prstGeom prst="rightArrow">
            <a:avLst>
              <a:gd name="adj1" fmla="val 50000"/>
              <a:gd name="adj2" fmla="val 8126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"/>
          <p:cNvPicPr/>
          <p:nvPr/>
        </p:nvPicPr>
        <p:blipFill>
          <a:blip r:embed="rId5"/>
          <a:stretch/>
        </p:blipFill>
        <p:spPr>
          <a:xfrm>
            <a:off x="3028680" y="5029200"/>
            <a:ext cx="2514600" cy="1668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Green Color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002060"/>
      </a:hlink>
      <a:folHlink>
        <a:srgbClr val="996600"/>
      </a:folHlink>
    </a:clrScheme>
    <a:fontScheme name="Green Color">
      <a:majorFont>
        <a:latin typeface="Arial" pitchFamily="0" charset="1"/>
        <a:ea typeface="SimSun" pitchFamily="0" charset="1"/>
        <a:cs typeface=""/>
      </a:majorFont>
      <a:minorFont>
        <a:latin typeface="Arial" pitchFamily="0" charset="1"/>
        <a:ea typeface="SimSun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</TotalTime>
  <Application>LibreOffice/25.8.4.2$Windows_X86_64 LibreOffice_project/290daaa01b999472f0c7a3890eb6a550fd74c6df</Application>
  <AppVersion>15.0000</AppVersion>
  <Words>2420</Words>
  <Paragraphs>124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2024-11-18T13:41:00Z</dcterms:created>
  <dc:creator>Nahuel-Hernan Ramos</dc:creator>
  <dc:description/>
  <dc:language>en-US</dc:language>
  <cp:lastModifiedBy/>
  <dcterms:modified xsi:type="dcterms:W3CDTF">2026-01-12T16:57:24Z</dcterms:modified>
  <cp:revision>912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7AA9711938614CEA9C52D6DA667AB3C2_13</vt:lpwstr>
  </property>
  <property fmtid="{D5CDD505-2E9C-101B-9397-08002B2CF9AE}" pid="3" name="KSOProductBuildVer">
    <vt:lpwstr>2057-12.2.0.23196</vt:lpwstr>
  </property>
  <property fmtid="{D5CDD505-2E9C-101B-9397-08002B2CF9AE}" pid="4" name="PresentationFormat">
    <vt:lpwstr>Panorámica</vt:lpwstr>
  </property>
  <property fmtid="{D5CDD505-2E9C-101B-9397-08002B2CF9AE}" pid="5" name="Slides">
    <vt:i4>21</vt:i4>
  </property>
</Properties>
</file>