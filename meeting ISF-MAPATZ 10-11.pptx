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3" r:id="rId3"/>
    <p:sldId id="519" r:id="rId5"/>
    <p:sldId id="557" r:id="rId6"/>
    <p:sldId id="522" r:id="rId7"/>
    <p:sldId id="524" r:id="rId8"/>
    <p:sldId id="545" r:id="rId9"/>
    <p:sldId id="552" r:id="rId10"/>
    <p:sldId id="541" r:id="rId11"/>
    <p:sldId id="559" r:id="rId12"/>
    <p:sldId id="540" r:id="rId13"/>
    <p:sldId id="547" r:id="rId14"/>
    <p:sldId id="554" r:id="rId15"/>
    <p:sldId id="539" r:id="rId16"/>
    <p:sldId id="561" r:id="rId17"/>
    <p:sldId id="562" r:id="rId18"/>
    <p:sldId id="563" r:id="rId19"/>
    <p:sldId id="543" r:id="rId20"/>
    <p:sldId id="550" r:id="rId21"/>
    <p:sldId id="556" r:id="rId22"/>
    <p:sldId id="5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video" Target="../media/media4.mp4"/><Relationship Id="rId8" Type="http://schemas.openxmlformats.org/officeDocument/2006/relationships/image" Target="../media/image14.png"/><Relationship Id="rId7" Type="http://schemas.openxmlformats.org/officeDocument/2006/relationships/tags" Target="../tags/tag3.xml"/><Relationship Id="rId6" Type="http://schemas.microsoft.com/office/2007/relationships/media" Target="../media/media3.mp4"/><Relationship Id="rId5" Type="http://schemas.openxmlformats.org/officeDocument/2006/relationships/video" Target="../media/media3.mp4"/><Relationship Id="rId4" Type="http://schemas.openxmlformats.org/officeDocument/2006/relationships/image" Target="../media/image13.png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21.png"/><Relationship Id="rId35" Type="http://schemas.openxmlformats.org/officeDocument/2006/relationships/tags" Target="../tags/tag10.xml"/><Relationship Id="rId34" Type="http://schemas.microsoft.com/office/2007/relationships/media" Target="../media/media10.mp4"/><Relationship Id="rId33" Type="http://schemas.openxmlformats.org/officeDocument/2006/relationships/video" Target="../media/media10.mp4"/><Relationship Id="rId32" Type="http://schemas.openxmlformats.org/officeDocument/2006/relationships/image" Target="../media/image20.png"/><Relationship Id="rId31" Type="http://schemas.openxmlformats.org/officeDocument/2006/relationships/tags" Target="../tags/tag9.xml"/><Relationship Id="rId30" Type="http://schemas.microsoft.com/office/2007/relationships/media" Target="../media/media9.mp4"/><Relationship Id="rId3" Type="http://schemas.openxmlformats.org/officeDocument/2006/relationships/tags" Target="../tags/tag2.xml"/><Relationship Id="rId29" Type="http://schemas.openxmlformats.org/officeDocument/2006/relationships/video" Target="../media/media9.mp4"/><Relationship Id="rId28" Type="http://schemas.openxmlformats.org/officeDocument/2006/relationships/image" Target="../media/image19.png"/><Relationship Id="rId27" Type="http://schemas.openxmlformats.org/officeDocument/2006/relationships/tags" Target="../tags/tag8.xml"/><Relationship Id="rId26" Type="http://schemas.microsoft.com/office/2007/relationships/media" Target="../media/media8.mp4"/><Relationship Id="rId25" Type="http://schemas.openxmlformats.org/officeDocument/2006/relationships/video" Target="../media/media8.mp4"/><Relationship Id="rId24" Type="http://schemas.openxmlformats.org/officeDocument/2006/relationships/image" Target="../media/image18.png"/><Relationship Id="rId23" Type="http://schemas.openxmlformats.org/officeDocument/2006/relationships/tags" Target="../tags/tag7.xml"/><Relationship Id="rId22" Type="http://schemas.microsoft.com/office/2007/relationships/media" Target="../media/media7.mp4"/><Relationship Id="rId21" Type="http://schemas.openxmlformats.org/officeDocument/2006/relationships/video" Target="../media/media7.mp4"/><Relationship Id="rId20" Type="http://schemas.openxmlformats.org/officeDocument/2006/relationships/image" Target="../media/image17.png"/><Relationship Id="rId2" Type="http://schemas.microsoft.com/office/2007/relationships/media" Target="../media/media2.mp4"/><Relationship Id="rId19" Type="http://schemas.openxmlformats.org/officeDocument/2006/relationships/tags" Target="../tags/tag6.xml"/><Relationship Id="rId18" Type="http://schemas.microsoft.com/office/2007/relationships/media" Target="../media/media6.mp4"/><Relationship Id="rId17" Type="http://schemas.openxmlformats.org/officeDocument/2006/relationships/video" Target="../media/media6.mp4"/><Relationship Id="rId16" Type="http://schemas.openxmlformats.org/officeDocument/2006/relationships/image" Target="../media/image16.png"/><Relationship Id="rId15" Type="http://schemas.openxmlformats.org/officeDocument/2006/relationships/tags" Target="../tags/tag5.xml"/><Relationship Id="rId14" Type="http://schemas.microsoft.com/office/2007/relationships/media" Target="../media/media5.mp4"/><Relationship Id="rId13" Type="http://schemas.openxmlformats.org/officeDocument/2006/relationships/video" Target="../media/media5.mp4"/><Relationship Id="rId12" Type="http://schemas.openxmlformats.org/officeDocument/2006/relationships/image" Target="../media/image15.png"/><Relationship Id="rId11" Type="http://schemas.openxmlformats.org/officeDocument/2006/relationships/tags" Target="../tags/tag4.xml"/><Relationship Id="rId10" Type="http://schemas.microsoft.com/office/2007/relationships/media" Target="../media/media4.mp4"/><Relationship Id="rId1" Type="http://schemas.openxmlformats.org/officeDocument/2006/relationships/video" Target="../media/media2.mp4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tags" Target="../tags/tag11.xml"/><Relationship Id="rId2" Type="http://schemas.microsoft.com/office/2007/relationships/media" Target="../media/media11.mp4"/><Relationship Id="rId1" Type="http://schemas.openxmlformats.org/officeDocument/2006/relationships/video" Target="../media/media11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ideo" Target="../media/media14.mp4"/><Relationship Id="rId8" Type="http://schemas.openxmlformats.org/officeDocument/2006/relationships/image" Target="../media/image32.png"/><Relationship Id="rId7" Type="http://schemas.openxmlformats.org/officeDocument/2006/relationships/tags" Target="../tags/tag13.xml"/><Relationship Id="rId6" Type="http://schemas.microsoft.com/office/2007/relationships/media" Target="../media/media13.mp4"/><Relationship Id="rId5" Type="http://schemas.openxmlformats.org/officeDocument/2006/relationships/video" Target="../media/media13.mp4"/><Relationship Id="rId4" Type="http://schemas.openxmlformats.org/officeDocument/2006/relationships/image" Target="../media/image31.png"/><Relationship Id="rId3" Type="http://schemas.openxmlformats.org/officeDocument/2006/relationships/tags" Target="../tags/tag12.xml"/><Relationship Id="rId2" Type="http://schemas.microsoft.com/office/2007/relationships/media" Target="../media/media12.mp4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34.png"/><Relationship Id="rId15" Type="http://schemas.openxmlformats.org/officeDocument/2006/relationships/tags" Target="../tags/tag15.xml"/><Relationship Id="rId14" Type="http://schemas.microsoft.com/office/2007/relationships/media" Target="../media/media15.mp4"/><Relationship Id="rId13" Type="http://schemas.openxmlformats.org/officeDocument/2006/relationships/video" Target="../media/media15.mp4"/><Relationship Id="rId12" Type="http://schemas.openxmlformats.org/officeDocument/2006/relationships/image" Target="../media/image33.png"/><Relationship Id="rId11" Type="http://schemas.openxmlformats.org/officeDocument/2006/relationships/tags" Target="../tags/tag14.xml"/><Relationship Id="rId10" Type="http://schemas.microsoft.com/office/2007/relationships/media" Target="../media/media14.mp4"/><Relationship Id="rId1" Type="http://schemas.openxmlformats.org/officeDocument/2006/relationships/video" Target="../media/media12.mp4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4695" y="1720850"/>
            <a:ext cx="10338435" cy="2900680"/>
          </a:xfrm>
        </p:spPr>
        <p:txBody>
          <a:bodyPr lIns="91440" tIns="45720" rIns="91440" bIns="45720" anchor="t">
            <a:noAutofit/>
          </a:bodyPr>
          <a:lstStyle/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3D Image Segmentation and Quantification of Lysosomes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ISF-MAPATZ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3430"/>
            <a:ext cx="10972800" cy="4953000"/>
          </a:xfrm>
        </p:spPr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GB" sz="3600"/>
              <a:t>TMEM-HA 6h CB airy_3_170722</a:t>
            </a:r>
            <a:endParaRPr lang="en-US" altLang="en-GB" sz="3600"/>
          </a:p>
          <a:p>
            <a:pPr>
              <a:buFont typeface="Wingdings" panose="05000000000000000000" charset="0"/>
              <a:buChar char="ü"/>
            </a:pPr>
            <a:r>
              <a:rPr lang="en-US" altLang="en-GB" sz="3600"/>
              <a:t>40A_UAS-TMEM192-3xHA x 40A 71G10 MARCM_around 12h - for quantification_3 Airy-CBs_300425</a:t>
            </a:r>
            <a:endParaRPr lang="en-US" altLang="en-GB" sz="3600"/>
          </a:p>
          <a:p>
            <a:pPr>
              <a:buFont typeface="Wingdings" panose="05000000000000000000" charset="0"/>
              <a:buChar char="ü"/>
            </a:pPr>
            <a:r>
              <a:rPr lang="en-US" altLang="en-GB" sz="3600"/>
              <a:t>40A_UAS-TMEM1923x-HA x 71G10 40A MARCM_L3_2_Airy_010724</a:t>
            </a:r>
            <a:endParaRPr lang="en-US" altLang="en-GB" sz="3600"/>
          </a:p>
          <a:p>
            <a:pPr marL="0" indent="0">
              <a:buFont typeface="Wingdings" panose="05000000000000000000" charset="0"/>
              <a:buNone/>
            </a:pPr>
            <a:endParaRPr lang="en-US" altLang="en-GB" sz="36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4690" y="2981325"/>
            <a:ext cx="10972800" cy="582613"/>
          </a:xfrm>
        </p:spPr>
        <p:txBody>
          <a:bodyPr/>
          <a:p>
            <a:pPr algn="ctr"/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TMEM-HA 6h CB airy_3_170722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DETECTION</a:t>
            </a:r>
            <a:r>
              <a:rPr lang="en-US" altLang="en-GB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(I still need to improve the synchronization and change the video so that the channels are visible)</a:t>
            </a:r>
            <a:endParaRPr lang="en-US" altLang="en-GB" sz="20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6" name="raw_vs_segmented_side_by_sid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3355" y="773430"/>
            <a:ext cx="11845290" cy="5835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SEGMENTATION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7" name="Picture 6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75" y="865505"/>
            <a:ext cx="9838055" cy="571119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243705" y="1909445"/>
            <a:ext cx="385445" cy="33718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7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296025" y="1011555"/>
            <a:ext cx="385445" cy="33718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477635" y="2036445"/>
            <a:ext cx="385445" cy="33718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8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330440" y="2783840"/>
            <a:ext cx="624205" cy="42291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70270" y="303466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05070" y="3641725"/>
            <a:ext cx="507365" cy="39433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1685" y="4704080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174105" y="544131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62855" y="5767070"/>
            <a:ext cx="507365" cy="39433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917190" y="171513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9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VIEWS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12" name="Picture 11" descr="seg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952500"/>
            <a:ext cx="4657725" cy="2704465"/>
          </a:xfrm>
          <a:prstGeom prst="rect">
            <a:avLst/>
          </a:prstGeom>
        </p:spPr>
      </p:pic>
      <p:pic>
        <p:nvPicPr>
          <p:cNvPr id="13" name="Picture 12" descr="se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040" y="952500"/>
            <a:ext cx="4659630" cy="2705100"/>
          </a:xfrm>
          <a:prstGeom prst="rect">
            <a:avLst/>
          </a:prstGeom>
        </p:spPr>
      </p:pic>
      <p:pic>
        <p:nvPicPr>
          <p:cNvPr id="14" name="Picture 13" descr="se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3789045"/>
            <a:ext cx="4655185" cy="2702560"/>
          </a:xfrm>
          <a:prstGeom prst="rect">
            <a:avLst/>
          </a:prstGeom>
        </p:spPr>
      </p:pic>
      <p:pic>
        <p:nvPicPr>
          <p:cNvPr id="15" name="Picture 14" descr="se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040" y="3789045"/>
            <a:ext cx="4659630" cy="2704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DATA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821055"/>
            <a:ext cx="5523230" cy="322897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163830" y="4108450"/>
            <a:ext cx="5584190" cy="21526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4323715"/>
            <a:ext cx="5523865" cy="2492375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2719705" y="4069715"/>
            <a:ext cx="212090" cy="280035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995" y="4789805"/>
            <a:ext cx="2028825" cy="1019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65" y="821055"/>
            <a:ext cx="3448050" cy="3397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2925" y="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VIDEOS 3D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cell_001_spinY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36040" y="1136650"/>
            <a:ext cx="1706880" cy="97536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2925" y="1361440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72815" y="142684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6212840" y="142684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8855710" y="1361440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312420" y="351091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3727450" y="351091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7428230" y="3510915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7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042920" y="5372100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8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534785" y="5372100"/>
            <a:ext cx="507365" cy="39433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2" name="cell_002_spinY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47870" y="1059180"/>
            <a:ext cx="1097280" cy="1219200"/>
          </a:xfrm>
          <a:prstGeom prst="rect">
            <a:avLst/>
          </a:prstGeom>
        </p:spPr>
      </p:pic>
      <p:pic>
        <p:nvPicPr>
          <p:cNvPr id="13" name="cell_003_spinY">
            <a:hlinkClick r:id="" action="ppaction://media"/>
          </p:cNvPr>
          <p:cNvPicPr/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042150" y="1181100"/>
            <a:ext cx="1341120" cy="1097280"/>
          </a:xfrm>
          <a:prstGeom prst="rect">
            <a:avLst/>
          </a:prstGeom>
        </p:spPr>
      </p:pic>
      <p:pic>
        <p:nvPicPr>
          <p:cNvPr id="14" name="cell_004_spinY">
            <a:hlinkClick r:id="" action="ppaction://media"/>
          </p:cNvPr>
          <p:cNvPicPr/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657080" y="937260"/>
            <a:ext cx="1584960" cy="1463040"/>
          </a:xfrm>
          <a:prstGeom prst="rect">
            <a:avLst/>
          </a:prstGeom>
        </p:spPr>
      </p:pic>
      <p:pic>
        <p:nvPicPr>
          <p:cNvPr id="16" name="cell_005_spinY">
            <a:hlinkClick r:id="" action="ppaction://media"/>
          </p:cNvPr>
          <p:cNvPicPr/>
          <p:nvPr>
            <a:videoFile r:link="rId17"/>
            <p:extLst>
              <p:ext uri="{DAA4B4D4-6D71-4841-9C94-3DE7FCFB9230}">
                <p14:media xmlns:p14="http://schemas.microsoft.com/office/powerpoint/2010/main" r:embed="rId18"/>
              </p:ext>
            </p:extLst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315720" y="2486660"/>
            <a:ext cx="1219200" cy="2682240"/>
          </a:xfrm>
          <a:prstGeom prst="rect">
            <a:avLst/>
          </a:prstGeom>
        </p:spPr>
      </p:pic>
      <p:pic>
        <p:nvPicPr>
          <p:cNvPr id="17" name="cell_006_spinY">
            <a:hlinkClick r:id="" action="ppaction://media"/>
          </p:cNvPr>
          <p:cNvPicPr/>
          <p:nvPr>
            <a:videoFile r:link="rId21"/>
            <p:extLst>
              <p:ext uri="{DAA4B4D4-6D71-4841-9C94-3DE7FCFB9230}">
                <p14:media xmlns:p14="http://schemas.microsoft.com/office/powerpoint/2010/main" r:embed="rId22"/>
              </p:ext>
            </p:extLst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547870" y="3042285"/>
            <a:ext cx="1341120" cy="1097280"/>
          </a:xfrm>
          <a:prstGeom prst="rect">
            <a:avLst/>
          </a:prstGeom>
        </p:spPr>
      </p:pic>
      <p:pic>
        <p:nvPicPr>
          <p:cNvPr id="18" name="cell_007_spinY">
            <a:hlinkClick r:id="" action="ppaction://media"/>
          </p:cNvPr>
          <p:cNvPicPr/>
          <p:nvPr>
            <a:videoFile r:link="rId25"/>
            <p:extLst>
              <p:ext uri="{DAA4B4D4-6D71-4841-9C94-3DE7FCFB9230}">
                <p14:media xmlns:p14="http://schemas.microsoft.com/office/powerpoint/2010/main" r:embed="rId26"/>
              </p:ext>
            </p:extLst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383270" y="2486660"/>
            <a:ext cx="975360" cy="2682240"/>
          </a:xfrm>
          <a:prstGeom prst="rect">
            <a:avLst/>
          </a:prstGeom>
        </p:spPr>
      </p:pic>
      <p:pic>
        <p:nvPicPr>
          <p:cNvPr id="19" name="cell_008_spinY">
            <a:hlinkClick r:id="" action="ppaction://media"/>
          </p:cNvPr>
          <p:cNvPicPr/>
          <p:nvPr>
            <a:videoFile r:link="rId29"/>
            <p:extLst>
              <p:ext uri="{DAA4B4D4-6D71-4841-9C94-3DE7FCFB9230}">
                <p14:media xmlns:p14="http://schemas.microsoft.com/office/powerpoint/2010/main" r:embed="rId30"/>
              </p:ext>
            </p:extLst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980180" y="5036820"/>
            <a:ext cx="1584960" cy="1341120"/>
          </a:xfrm>
          <a:prstGeom prst="rect">
            <a:avLst/>
          </a:prstGeom>
        </p:spPr>
      </p:pic>
      <p:pic>
        <p:nvPicPr>
          <p:cNvPr id="20" name="cell_010_spinY">
            <a:hlinkClick r:id="" action="ppaction://media"/>
          </p:cNvPr>
          <p:cNvPicPr/>
          <p:nvPr>
            <a:videoFile r:link="rId33"/>
            <p:extLst>
              <p:ext uri="{DAA4B4D4-6D71-4841-9C94-3DE7FCFB9230}">
                <p14:media xmlns:p14="http://schemas.microsoft.com/office/powerpoint/2010/main" r:embed="rId34"/>
              </p:ext>
            </p:extLst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7193915" y="4920615"/>
            <a:ext cx="975360" cy="1706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 fullScrn="0">
              <p:cMediaNode>
                <p:cTn id="14" fill="hold" display="1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9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 fullScrn="0">
              <p:cMediaNode>
                <p:cTn id="20" fill="hold" display="1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5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 fullScrn="0">
              <p:cMediaNode>
                <p:cTn id="26" fill="hold" display="1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3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 fullScrn="0">
              <p:cMediaNode>
                <p:cTn id="32" fill="hold" display="1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3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 fullScrn="0">
              <p:cMediaNode>
                <p:cTn id="38" fill="hold" display="1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43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 fullScrn="0">
              <p:cMediaNode>
                <p:cTn id="44" fill="hold" display="1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49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 fullScrn="0">
              <p:cMediaNode>
                <p:cTn id="50" fill="hold" display="1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55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01370" y="2672080"/>
            <a:ext cx="10972800" cy="445135"/>
          </a:xfrm>
        </p:spPr>
        <p:txBody>
          <a:bodyPr lIns="91440" tIns="45720" rIns="91440" bIns="45720" anchor="ctr" anchorCtr="0"/>
          <a:lstStyle/>
          <a:p>
            <a:b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</a:br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40A_UAS-TMEM192-3xHA x 40A 71G10 MARCM_around 12h - for quantification_3 Airy-CBs_300425</a:t>
            </a:r>
            <a:endParaRPr lang="en-US" altLang="en-GB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7150"/>
            <a:ext cx="10972800" cy="445135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DETECTION</a:t>
            </a:r>
            <a:endParaRPr lang="en-US" altLang="en-GB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raw_vs_segmented_side_by_sid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0125" y="838835"/>
            <a:ext cx="9825355" cy="5903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7150"/>
            <a:ext cx="10972800" cy="445135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SEGMENTATION</a:t>
            </a:r>
            <a:endParaRPr lang="en-US" altLang="en-GB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" y="502285"/>
            <a:ext cx="10965815" cy="63652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250815" y="1069975"/>
            <a:ext cx="308610" cy="25082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6229985" y="2700655"/>
            <a:ext cx="308610" cy="25082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6335395" y="4118610"/>
            <a:ext cx="308610" cy="25082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9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196580" y="2950845"/>
            <a:ext cx="423545" cy="41529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4942205" y="4734560"/>
            <a:ext cx="385445" cy="41338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6335395" y="5536565"/>
            <a:ext cx="432435" cy="30734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17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399405" y="6036310"/>
            <a:ext cx="481965" cy="4044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18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7150"/>
            <a:ext cx="10972800" cy="445135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VIEWS</a:t>
            </a:r>
            <a:endParaRPr lang="en-US" altLang="en-GB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 descr="seg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940" y="742950"/>
            <a:ext cx="4841240" cy="2810510"/>
          </a:xfrm>
          <a:prstGeom prst="rect">
            <a:avLst/>
          </a:prstGeom>
        </p:spPr>
      </p:pic>
      <p:pic>
        <p:nvPicPr>
          <p:cNvPr id="4" name="Picture 3" descr="se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830" y="742950"/>
            <a:ext cx="4696460" cy="2726055"/>
          </a:xfrm>
          <a:prstGeom prst="rect">
            <a:avLst/>
          </a:prstGeom>
        </p:spPr>
      </p:pic>
      <p:pic>
        <p:nvPicPr>
          <p:cNvPr id="5" name="Picture 4" descr="se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830" y="3738245"/>
            <a:ext cx="4717415" cy="2738755"/>
          </a:xfrm>
          <a:prstGeom prst="rect">
            <a:avLst/>
          </a:prstGeom>
        </p:spPr>
      </p:pic>
      <p:pic>
        <p:nvPicPr>
          <p:cNvPr id="6" name="Picture 5" descr="se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40" y="3733165"/>
            <a:ext cx="4841875" cy="2811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DATA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60" y="1290320"/>
            <a:ext cx="5983605" cy="26466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835" y="3937000"/>
            <a:ext cx="2038350" cy="1047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435" y="1476375"/>
            <a:ext cx="2619375" cy="1952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VIDEOS 3D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sp>
        <p:nvSpPr>
          <p:cNvPr id="4" name="Oval 3"/>
          <p:cNvSpPr/>
          <p:nvPr/>
        </p:nvSpPr>
        <p:spPr>
          <a:xfrm>
            <a:off x="844550" y="1320800"/>
            <a:ext cx="308610" cy="25082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5610225" y="1196975"/>
            <a:ext cx="308610" cy="25082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5610225" y="4072890"/>
            <a:ext cx="395605" cy="3784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18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844550" y="4199890"/>
            <a:ext cx="308610" cy="25082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9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7" name="cell_001_spinY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82750" y="1122045"/>
            <a:ext cx="2538095" cy="2482850"/>
          </a:xfrm>
          <a:prstGeom prst="rect">
            <a:avLst/>
          </a:prstGeom>
        </p:spPr>
      </p:pic>
      <p:pic>
        <p:nvPicPr>
          <p:cNvPr id="8" name="cell_006_spinY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888480" y="1122045"/>
            <a:ext cx="2263775" cy="2482215"/>
          </a:xfrm>
          <a:prstGeom prst="rect">
            <a:avLst/>
          </a:prstGeom>
        </p:spPr>
      </p:pic>
      <p:pic>
        <p:nvPicPr>
          <p:cNvPr id="9" name="cell_009_spinY">
            <a:hlinkClick r:id="" action="ppaction://media"/>
          </p:cNvPr>
          <p:cNvPicPr/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518285" y="3925570"/>
            <a:ext cx="2055495" cy="2613660"/>
          </a:xfrm>
          <a:prstGeom prst="rect">
            <a:avLst/>
          </a:prstGeom>
        </p:spPr>
      </p:pic>
      <p:pic>
        <p:nvPicPr>
          <p:cNvPr id="10" name="cell_018_spinY">
            <a:hlinkClick r:id="" action="ppaction://media"/>
          </p:cNvPr>
          <p:cNvPicPr/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888480" y="4323715"/>
            <a:ext cx="2164715" cy="2215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 fullScrn="0">
              <p:cMediaNode>
                <p:cTn id="14" fill="hold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 fullScrn="0">
              <p:cMediaNode>
                <p:cTn id="20" fill="hold" display="1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5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144520" y="2531745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  <a:sym typeface="+mn-ea"/>
              </a:rPr>
              <a:t>40A_UAS-TMEM1923x-HA x 71G10 40A MARCM_L3_2_Airy_010724</a:t>
            </a:r>
            <a:endParaRPr lang="en-US" altLang="en-GB" sz="2400" b="1" dirty="0">
              <a:solidFill>
                <a:srgbClr val="FF0000"/>
              </a:solidFill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DETECTION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SEGMENTATION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VIEWS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DATA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VIDEOS 3D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</p:tagLst>
</file>

<file path=ppt/tags/tag3.xml><?xml version="1.0" encoding="utf-8"?>
<p:tagLst xmlns:p="http://schemas.openxmlformats.org/presentationml/2006/main">
  <p:tag name="KSO_WM_MEDIACOVER_FLAG" val="1"/>
  <p:tag name="KSO_WM_UNIT_MEDIACOVER_BTN_STATE" val="1"/>
</p:tagLst>
</file>

<file path=ppt/tags/tag4.xml><?xml version="1.0" encoding="utf-8"?>
<p:tagLst xmlns:p="http://schemas.openxmlformats.org/presentationml/2006/main">
  <p:tag name="KSO_WM_MEDIACOVER_FLAG" val="1"/>
  <p:tag name="KSO_WM_UNIT_MEDIACOVER_BTN_STATE" val="1"/>
</p:tagLst>
</file>

<file path=ppt/tags/tag5.xml><?xml version="1.0" encoding="utf-8"?>
<p:tagLst xmlns:p="http://schemas.openxmlformats.org/presentationml/2006/main">
  <p:tag name="KSO_WM_MEDIACOVER_FLAG" val="1"/>
  <p:tag name="KSO_WM_UNIT_MEDIACOVER_BTN_STATE" val="1"/>
</p:tagLst>
</file>

<file path=ppt/tags/tag6.xml><?xml version="1.0" encoding="utf-8"?>
<p:tagLst xmlns:p="http://schemas.openxmlformats.org/presentationml/2006/main">
  <p:tag name="KSO_WM_MEDIACOVER_FLAG" val="1"/>
  <p:tag name="KSO_WM_UNIT_MEDIACOVER_BTN_STATE" val="1"/>
</p:tagLst>
</file>

<file path=ppt/tags/tag7.xml><?xml version="1.0" encoding="utf-8"?>
<p:tagLst xmlns:p="http://schemas.openxmlformats.org/presentationml/2006/main">
  <p:tag name="KSO_WM_MEDIACOVER_FLAG" val="1"/>
  <p:tag name="KSO_WM_UNIT_MEDIACOVER_BTN_STATE" val="1"/>
</p:tagLst>
</file>

<file path=ppt/tags/tag8.xml><?xml version="1.0" encoding="utf-8"?>
<p:tagLst xmlns:p="http://schemas.openxmlformats.org/presentationml/2006/main">
  <p:tag name="KSO_WM_MEDIACOVER_FLAG" val="1"/>
  <p:tag name="KSO_WM_UNIT_MEDIACOVER_BTN_STATE" val="1"/>
</p:tagLst>
</file>

<file path=ppt/tags/tag9.xml><?xml version="1.0" encoding="utf-8"?>
<p:tagLst xmlns:p="http://schemas.openxmlformats.org/presentationml/2006/main">
  <p:tag name="KSO_WM_MEDIACOVER_FLAG" val="1"/>
  <p:tag name="KSO_WM_UNIT_MEDIACOVER_BTN_STATE" val="1"/>
</p:tagLst>
</file>

<file path=ppt/tags/tag10.xml><?xml version="1.0" encoding="utf-8"?>
<p:tagLst xmlns:p="http://schemas.openxmlformats.org/presentationml/2006/main">
  <p:tag name="KSO_WM_MEDIACOVER_FLAG" val="1"/>
  <p:tag name="KSO_WM_UNIT_MEDIACOVER_BTN_STATE" val="1"/>
</p:tagLst>
</file>

<file path=ppt/tags/tag11.xml><?xml version="1.0" encoding="utf-8"?>
<p:tagLst xmlns:p="http://schemas.openxmlformats.org/presentationml/2006/main">
  <p:tag name="KSO_WM_MEDIACOVER_FLAG" val="1"/>
  <p:tag name="KSO_WM_UNIT_MEDIACOVER_BTN_STATE" val="1"/>
</p:tagLst>
</file>

<file path=ppt/tags/tag12.xml><?xml version="1.0" encoding="utf-8"?>
<p:tagLst xmlns:p="http://schemas.openxmlformats.org/presentationml/2006/main">
  <p:tag name="KSO_WM_MEDIACOVER_FLAG" val="1"/>
  <p:tag name="KSO_WM_UNIT_MEDIACOVER_BTN_STATE" val="1"/>
</p:tagLst>
</file>

<file path=ppt/tags/tag13.xml><?xml version="1.0" encoding="utf-8"?>
<p:tagLst xmlns:p="http://schemas.openxmlformats.org/presentationml/2006/main">
  <p:tag name="KSO_WM_MEDIACOVER_FLAG" val="1"/>
  <p:tag name="KSO_WM_UNIT_MEDIACOVER_BTN_STATE" val="1"/>
</p:tagLst>
</file>

<file path=ppt/tags/tag14.xml><?xml version="1.0" encoding="utf-8"?>
<p:tagLst xmlns:p="http://schemas.openxmlformats.org/presentationml/2006/main">
  <p:tag name="KSO_WM_MEDIACOVER_FLAG" val="1"/>
  <p:tag name="KSO_WM_UNIT_MEDIACOVER_BTN_STATE" val="1"/>
</p:tagLst>
</file>

<file path=ppt/tags/tag15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WPS Presentation</Application>
  <PresentationFormat>Panorámica</PresentationFormat>
  <Paragraphs>107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Arial</vt:lpstr>
      <vt:lpstr>Microsoft YaHei</vt:lpstr>
      <vt:lpstr>Arial Unicode MS</vt:lpstr>
      <vt:lpstr>Calibri</vt:lpstr>
      <vt:lpstr>1_Green Color</vt:lpstr>
      <vt:lpstr>PowerPoint 演示文稿</vt:lpstr>
      <vt:lpstr>FILES</vt:lpstr>
      <vt:lpstr>TMEM-HA 6h CB airy_3_170722</vt:lpstr>
      <vt:lpstr>DETECTION(I still need to improve the synchronization and change the video so that the channels are visible)</vt:lpstr>
      <vt:lpstr>SEGMENTATION</vt:lpstr>
      <vt:lpstr>VIEWS</vt:lpstr>
      <vt:lpstr>DATA</vt:lpstr>
      <vt:lpstr>VIDEOS 3D</vt:lpstr>
      <vt:lpstr> 40A_UAS-TMEM192-3xHA x 40A 71G10 MARCM_around 12h - for quantification_3 Airy-CBs_300425</vt:lpstr>
      <vt:lpstr>DETECTION</vt:lpstr>
      <vt:lpstr>SEGMENTATION</vt:lpstr>
      <vt:lpstr>VIEWS</vt:lpstr>
      <vt:lpstr>DATA</vt:lpstr>
      <vt:lpstr>VIDEOS 3D</vt:lpstr>
      <vt:lpstr>PowerPoint 演示文稿</vt:lpstr>
      <vt:lpstr>DETECTION</vt:lpstr>
      <vt:lpstr>SEGMENTATION</vt:lpstr>
      <vt:lpstr>VIEWS</vt:lpstr>
      <vt:lpstr>DATA</vt:lpstr>
      <vt:lpstr>VIDEOS 3D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Nahuel-Hernan Ramos</dc:creator>
  <cp:lastModifiedBy>nahue</cp:lastModifiedBy>
  <cp:revision>671</cp:revision>
  <dcterms:created xsi:type="dcterms:W3CDTF">2024-11-18T13:41:00Z</dcterms:created>
  <dcterms:modified xsi:type="dcterms:W3CDTF">2025-11-10T15:01:55Z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67F9EE582B584B0F81582C2EC73019A5_13</vt:lpwstr>
  </property>
  <property fmtid="{D5CDD505-2E9C-101B-9397-08002B2CF9AE}" pid="3" name="KSOProductBuildVer">
    <vt:lpwstr>2057-12.2.0.23155</vt:lpwstr>
  </property>
</Properties>
</file>