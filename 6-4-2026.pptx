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4.wmf" ContentType="image/x-wmf"/>
  <Override PartName="/ppt/media/image13.wmf" ContentType="image/x-wm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1680" cy="59256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5040" cy="59256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120" cy="1588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0680" cy="4862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120" cy="3800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120" cy="1588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0680" cy="4862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120" cy="3800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1760" cy="1071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1280" cy="57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1280" cy="49413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1280" cy="57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1280" cy="4941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4080" cy="28411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4080" cy="14886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1280" cy="57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1280" cy="57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3360" cy="4941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3360" cy="4941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4080" cy="1314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6920" cy="812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6920" cy="3673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2120" cy="812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2120" cy="3673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0600" cy="6846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912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320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Relationship Id="rId3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6960" cy="288900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6/4/2025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-5040"/>
            <a:ext cx="10961280" cy="5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SCRIPT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28600" y="685800"/>
            <a:ext cx="11651400" cy="80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 </a:t>
            </a: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</a:t>
            </a: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BEFORE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lvl="1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NOW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1"/>
          <a:stretch/>
        </p:blipFill>
        <p:spPr>
          <a:xfrm>
            <a:off x="8355960" y="914400"/>
            <a:ext cx="2808360" cy="190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2"/>
          <a:stretch/>
        </p:blipFill>
        <p:spPr>
          <a:xfrm>
            <a:off x="5154480" y="914400"/>
            <a:ext cx="2846520" cy="192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75"/>
          <p:cNvPicPr/>
          <p:nvPr/>
        </p:nvPicPr>
        <p:blipFill>
          <a:blip r:embed="rId3"/>
          <a:stretch/>
        </p:blipFill>
        <p:spPr>
          <a:xfrm>
            <a:off x="914400" y="1305360"/>
            <a:ext cx="3381120" cy="5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6"/>
          <p:cNvPicPr/>
          <p:nvPr/>
        </p:nvPicPr>
        <p:blipFill>
          <a:blip r:embed="rId4"/>
          <a:stretch/>
        </p:blipFill>
        <p:spPr>
          <a:xfrm>
            <a:off x="6167880" y="3789000"/>
            <a:ext cx="1447200" cy="108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77"/>
          <p:cNvPicPr/>
          <p:nvPr/>
        </p:nvPicPr>
        <p:blipFill>
          <a:blip r:embed="rId5"/>
          <a:stretch/>
        </p:blipFill>
        <p:spPr>
          <a:xfrm>
            <a:off x="8355960" y="3933000"/>
            <a:ext cx="1894680" cy="72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78"/>
          <p:cNvPicPr/>
          <p:nvPr/>
        </p:nvPicPr>
        <p:blipFill>
          <a:blip r:embed="rId6"/>
          <a:stretch/>
        </p:blipFill>
        <p:spPr>
          <a:xfrm>
            <a:off x="285480" y="2743200"/>
            <a:ext cx="4971960" cy="29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79"/>
          <p:cNvPicPr/>
          <p:nvPr/>
        </p:nvPicPr>
        <p:blipFill>
          <a:blip r:embed="rId7"/>
          <a:stretch/>
        </p:blipFill>
        <p:spPr>
          <a:xfrm>
            <a:off x="6095880" y="5588640"/>
            <a:ext cx="1609200" cy="106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0"/>
          <p:cNvPicPr/>
          <p:nvPr/>
        </p:nvPicPr>
        <p:blipFill>
          <a:blip r:embed="rId8"/>
          <a:stretch/>
        </p:blipFill>
        <p:spPr>
          <a:xfrm>
            <a:off x="7803720" y="5744160"/>
            <a:ext cx="4076280" cy="88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Straight Connector 81"/>
          <p:cNvSpPr/>
          <p:nvPr/>
        </p:nvSpPr>
        <p:spPr>
          <a:xfrm>
            <a:off x="8686800" y="2286000"/>
            <a:ext cx="2286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086600" y="3200400"/>
            <a:ext cx="3886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 WITH NUMBERS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343400" y="6027120"/>
            <a:ext cx="1752480" cy="6022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SYMMETRIC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0363320" y="4114800"/>
            <a:ext cx="1752480" cy="6022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ASYMMETRIC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791320" y="228600"/>
            <a:ext cx="1752480" cy="6022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SYMMETRIC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991720" y="228600"/>
            <a:ext cx="1752480" cy="6022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ASYMMETRIC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9"/>
          <p:cNvSpPr/>
          <p:nvPr/>
        </p:nvSpPr>
        <p:spPr>
          <a:xfrm>
            <a:off x="1143000" y="2743560"/>
            <a:ext cx="10961280" cy="750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137160"/>
            <a:ext cx="2585520" cy="67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s 7"/>
          <p:cNvSpPr/>
          <p:nvPr/>
        </p:nvSpPr>
        <p:spPr>
          <a:xfrm>
            <a:off x="1440" y="914400"/>
            <a:ext cx="2283840" cy="5249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85"/>
          <p:cNvPicPr/>
          <p:nvPr/>
        </p:nvPicPr>
        <p:blipFill>
          <a:blip r:embed="rId1"/>
          <a:stretch/>
        </p:blipFill>
        <p:spPr>
          <a:xfrm>
            <a:off x="2057400" y="1371600"/>
            <a:ext cx="4824360" cy="411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86"/>
          <p:cNvPicPr/>
          <p:nvPr/>
        </p:nvPicPr>
        <p:blipFill>
          <a:blip r:embed="rId2"/>
          <a:stretch/>
        </p:blipFill>
        <p:spPr>
          <a:xfrm>
            <a:off x="7062480" y="1371600"/>
            <a:ext cx="482436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137160"/>
            <a:ext cx="2585520" cy="67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88"/>
          <p:cNvPicPr/>
          <p:nvPr/>
        </p:nvPicPr>
        <p:blipFill>
          <a:blip r:embed="rId1"/>
          <a:stretch/>
        </p:blipFill>
        <p:spPr>
          <a:xfrm>
            <a:off x="0" y="1595880"/>
            <a:ext cx="4817520" cy="411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89"/>
          <p:cNvPicPr/>
          <p:nvPr/>
        </p:nvPicPr>
        <p:blipFill>
          <a:blip r:embed="rId2"/>
          <a:stretch/>
        </p:blipFill>
        <p:spPr>
          <a:xfrm>
            <a:off x="5715000" y="1582920"/>
            <a:ext cx="4830480" cy="413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2"/>
          <p:cNvSpPr/>
          <p:nvPr/>
        </p:nvSpPr>
        <p:spPr>
          <a:xfrm>
            <a:off x="609480" y="-193680"/>
            <a:ext cx="350460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1"/>
          <p:cNvPicPr/>
          <p:nvPr/>
        </p:nvPicPr>
        <p:blipFill>
          <a:blip r:embed="rId1"/>
          <a:stretch/>
        </p:blipFill>
        <p:spPr>
          <a:xfrm>
            <a:off x="228600" y="685800"/>
            <a:ext cx="2737800" cy="32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92"/>
          <p:cNvPicPr/>
          <p:nvPr/>
        </p:nvPicPr>
        <p:blipFill>
          <a:blip r:embed="rId2"/>
          <a:stretch/>
        </p:blipFill>
        <p:spPr>
          <a:xfrm>
            <a:off x="2057400" y="3657600"/>
            <a:ext cx="2514240" cy="310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93"/>
          <p:cNvPicPr/>
          <p:nvPr/>
        </p:nvPicPr>
        <p:blipFill>
          <a:blip r:embed="rId3"/>
          <a:stretch/>
        </p:blipFill>
        <p:spPr>
          <a:xfrm>
            <a:off x="5266800" y="545760"/>
            <a:ext cx="3346200" cy="288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94"/>
          <p:cNvPicPr/>
          <p:nvPr/>
        </p:nvPicPr>
        <p:blipFill>
          <a:blip r:embed="rId4"/>
          <a:stretch/>
        </p:blipFill>
        <p:spPr>
          <a:xfrm>
            <a:off x="5715000" y="3860280"/>
            <a:ext cx="3249000" cy="276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4"/>
          <p:cNvSpPr/>
          <p:nvPr/>
        </p:nvSpPr>
        <p:spPr>
          <a:xfrm>
            <a:off x="609480" y="-193680"/>
            <a:ext cx="350460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96"/>
          <p:cNvPicPr/>
          <p:nvPr/>
        </p:nvPicPr>
        <p:blipFill>
          <a:blip r:embed="rId1"/>
          <a:stretch/>
        </p:blipFill>
        <p:spPr>
          <a:xfrm>
            <a:off x="6104160" y="741240"/>
            <a:ext cx="3268080" cy="291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97"/>
          <p:cNvPicPr/>
          <p:nvPr/>
        </p:nvPicPr>
        <p:blipFill>
          <a:blip r:embed="rId2"/>
          <a:stretch/>
        </p:blipFill>
        <p:spPr>
          <a:xfrm>
            <a:off x="6104160" y="3749040"/>
            <a:ext cx="3268080" cy="29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98"/>
          <p:cNvPicPr/>
          <p:nvPr/>
        </p:nvPicPr>
        <p:blipFill>
          <a:blip r:embed="rId3"/>
          <a:stretch/>
        </p:blipFill>
        <p:spPr>
          <a:xfrm>
            <a:off x="1371600" y="914400"/>
            <a:ext cx="3533400" cy="277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99"/>
          <p:cNvPicPr/>
          <p:nvPr/>
        </p:nvPicPr>
        <p:blipFill>
          <a:blip r:embed="rId4"/>
          <a:stretch/>
        </p:blipFill>
        <p:spPr>
          <a:xfrm>
            <a:off x="1286640" y="3886200"/>
            <a:ext cx="3742200" cy="281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6"/>
          <p:cNvSpPr/>
          <p:nvPr/>
        </p:nvSpPr>
        <p:spPr>
          <a:xfrm>
            <a:off x="609480" y="137520"/>
            <a:ext cx="10961280" cy="6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 analysis)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01"/>
          <p:cNvPicPr/>
          <p:nvPr/>
        </p:nvPicPr>
        <p:blipFill>
          <a:blip r:embed="rId1"/>
          <a:stretch/>
        </p:blipFill>
        <p:spPr>
          <a:xfrm>
            <a:off x="2057400" y="1143000"/>
            <a:ext cx="7854120" cy="54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6"/>
          <p:cNvSpPr/>
          <p:nvPr/>
        </p:nvSpPr>
        <p:spPr>
          <a:xfrm>
            <a:off x="468000" y="235800"/>
            <a:ext cx="10961280" cy="6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1(manual.VS.aut COMPARATIVE)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03"/>
          <p:cNvPicPr/>
          <p:nvPr/>
        </p:nvPicPr>
        <p:blipFill>
          <a:blip r:embed="rId1"/>
          <a:stretch/>
        </p:blipFill>
        <p:spPr>
          <a:xfrm>
            <a:off x="4572000" y="4114800"/>
            <a:ext cx="6044400" cy="138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04"/>
          <p:cNvPicPr/>
          <p:nvPr/>
        </p:nvPicPr>
        <p:blipFill>
          <a:blip r:embed="rId2"/>
          <a:stretch/>
        </p:blipFill>
        <p:spPr>
          <a:xfrm>
            <a:off x="4600800" y="1371600"/>
            <a:ext cx="2714040" cy="19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105"/>
          <p:cNvPicPr/>
          <p:nvPr/>
        </p:nvPicPr>
        <p:blipFill>
          <a:blip r:embed="rId3"/>
          <a:stretch/>
        </p:blipFill>
        <p:spPr>
          <a:xfrm>
            <a:off x="609840" y="793080"/>
            <a:ext cx="3276000" cy="606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LibreOffice/25.8.5.2$Windows_X86_64 LibreOffice_project/9c8b85f387cc00a89945a79c9e6239f32e450ac2</Application>
  <AppVersion>15.0000</AppVersion>
  <Words>254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2026-04-06T12:19:16Z</dcterms:modified>
  <cp:revision>1085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9</vt:i4>
  </property>
</Properties>
</file>