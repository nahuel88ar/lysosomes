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2000" cy="571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2000" cy="4942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04800" cy="28418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04800" cy="1489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2000" cy="571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2000" cy="571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74080" cy="4942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74080" cy="4942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04800" cy="13147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47640" cy="813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47640" cy="3673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2840" cy="813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2840" cy="3673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1840" cy="1589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Master title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1400" cy="4862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1840" cy="3800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1840" cy="1589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1400" cy="48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1840" cy="3800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32400" cy="59263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15760" cy="59263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32480" cy="10717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2000" cy="571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2000" cy="494208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27680" cy="28897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…../2/2026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62000" cy="7513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CELLS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-4320"/>
            <a:ext cx="10962000" cy="5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CELLS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28600" y="685800"/>
            <a:ext cx="11652120" cy="83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FILES</a:t>
            </a:r>
            <a:r>
              <a:rPr lang="en-US" sz="3000" b="0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Coseno minimum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Intensity minimum fraction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Local Threshold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137880"/>
            <a:ext cx="258624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s 104"/>
          <p:cNvSpPr/>
          <p:nvPr/>
        </p:nvSpPr>
        <p:spPr>
          <a:xfrm>
            <a:off x="0" y="1143000"/>
            <a:ext cx="2284560" cy="52498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2500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max_gap_UM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Closing=8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Cos_min =0.7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Intesity_min_frac =0.45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thres_block_ size=101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thres_offset_mult=0.2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137880"/>
            <a:ext cx="258624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s 4"/>
          <p:cNvSpPr/>
          <p:nvPr/>
        </p:nvSpPr>
        <p:spPr>
          <a:xfrm>
            <a:off x="0" y="1143000"/>
            <a:ext cx="2284560" cy="52498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2500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max_gap_UM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Closing=8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Cos_min =0.7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Intesity_min_frac =0.45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thres_block_ size=101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thres_offset_mult=0.2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137880"/>
            <a:ext cx="258624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s 7"/>
          <p:cNvSpPr/>
          <p:nvPr/>
        </p:nvSpPr>
        <p:spPr>
          <a:xfrm>
            <a:off x="229320" y="914400"/>
            <a:ext cx="2284560" cy="52498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2800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max_gap_UM = 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Closing=8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Cos_min =0.7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Intesity_min_frac =0.45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thres_block_ size=151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thres_offset_mult=0.15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137880"/>
            <a:ext cx="258624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s 3"/>
          <p:cNvSpPr/>
          <p:nvPr/>
        </p:nvSpPr>
        <p:spPr>
          <a:xfrm>
            <a:off x="0" y="1143000"/>
            <a:ext cx="2284560" cy="52498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2800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max_gap_UM = 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Closing=8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Cos_min =0.7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Intesity_min_frac =0.45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thres_block_ size=101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thres_offset_mult=0.2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37160"/>
            <a:ext cx="10962000" cy="67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1541</TotalTime>
  <Application>LibreOffice/25.8.4.2$Windows_X86_64 LibreOffice_project/290daaa01b999472f0c7a3890eb6a550fd74c6df</Application>
  <AppVersion>15.0000</AppVersion>
  <Words>3518</Words>
  <Paragraphs>166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2026-02-26T11:17:04Z</dcterms:modified>
  <cp:revision>1053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01A98073925847589F8FCE52CF4D9B10_13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15</vt:i4>
  </property>
</Properties>
</file>