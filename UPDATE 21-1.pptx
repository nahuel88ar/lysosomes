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9200" cy="578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9040" cy="15966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8600" cy="4870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9040" cy="3808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9040" cy="15966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8600" cy="487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9040" cy="3808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39600" cy="59335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li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k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o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di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M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a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r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tit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le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yl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22960" cy="59335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39680" cy="1078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9200" cy="578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9200" cy="494928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9200" cy="578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9200" cy="4949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2000" cy="2849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2000" cy="1496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9200" cy="578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81280" cy="4949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81280" cy="4949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12000" cy="132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54840" cy="820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54840" cy="3681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0040" cy="820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0040" cy="3681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570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4112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34880" cy="28969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21/1/2025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69200" cy="7585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GUI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1647000" y="1047600"/>
            <a:ext cx="8640000" cy="421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4"/>
          <p:cNvSpPr/>
          <p:nvPr/>
        </p:nvSpPr>
        <p:spPr>
          <a:xfrm>
            <a:off x="152280" y="-154080"/>
            <a:ext cx="578952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GUI WITHOUT ADVANCED SETTINGS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0287000" y="1371600"/>
            <a:ext cx="4554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0287000" y="1830600"/>
            <a:ext cx="4554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800600" y="2059200"/>
            <a:ext cx="4554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800600" y="2516400"/>
            <a:ext cx="4554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573800" y="2745000"/>
            <a:ext cx="4554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573800" y="3202200"/>
            <a:ext cx="4554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800600" y="3886200"/>
            <a:ext cx="4554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371600" y="3430800"/>
            <a:ext cx="4554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686800" y="3657600"/>
            <a:ext cx="4554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657600" y="4345200"/>
            <a:ext cx="6858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280" y="26640"/>
            <a:ext cx="5103720" cy="73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Inputs and buttons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03920" y="929880"/>
            <a:ext cx="11371320" cy="63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1) Image 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Text box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Shows the full path of the file you selected (.czi, .tif, .tiff).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Browse… (button)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Opens a file picker. When you choose a file, the GUI also auto-suggests an output folder (same directory as the image +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	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	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    timestamp) if the output field is empty.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2) Output folder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Text box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Where all outputs are written:datasets, videos and pictures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Browse… (button)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Lets you choose a parent folder.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The script then makes a new timestamped folder inside it (based on the image name).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3) ERODE_MULT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ERODE_MULT (input):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 multiplier / additive factor used in your auto morphology stage.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unitless (it becomes a voxel radius for erosion).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Effect: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higher values generally shrink the mask more (more erosion).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For neurites: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too high will break thin branches.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Typical: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Image with little noise: 0-2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Image with a lot of noise: &gt;=3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3"/>
          <p:cNvSpPr/>
          <p:nvPr/>
        </p:nvSpPr>
        <p:spPr>
          <a:xfrm>
            <a:off x="152280" y="28800"/>
            <a:ext cx="51037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Inputs and buttons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228600" y="684000"/>
            <a:ext cx="11428200" cy="64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4) Blob_log threshold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Input: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Controls how strict the lysosome detection is using the function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blog_log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.It’s basically the minimum “blob response” required to call something a blob.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unitless.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Effect: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Lower threshold → more detections (including noise)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Higher threshold → fewer detections (may miss lysosomes)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Typical: 0.001–0.05, depends on intensity / noise.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5) XY override (µm/px)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Input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you leave it blank: the script tries metadata (vx_um, vy_um)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missing → uses the default you set (e.g. 0.04 µm/px)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you fill it: it forces vx_um = vy_um = your_value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Units: micrometers per pixel (µm/px)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Affects: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any calculation converting pixels → µm, including: lysosome size in µm, distance maps in µm, MARGIN_UM behavior (because it’s in µm) and voxel volume in µm³.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6"/>
          <p:cNvSpPr/>
          <p:nvPr/>
        </p:nvSpPr>
        <p:spPr>
          <a:xfrm>
            <a:off x="152280" y="29160"/>
            <a:ext cx="51037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Inputs and buttons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57200" y="646200"/>
            <a:ext cx="10971000" cy="76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6) Z override (µm/slice)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Input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If blank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: uses vz_um from metadata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if missing: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uses DEFAULT_VZ_UM if provided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If filled: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forces vz_um = your_value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micrometers per Z step (µm/slice)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Affects: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3D distances and volumes, distance transform sampling in µm, overlap sphere geometry in µm and volume per voxel.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7) Launch Napari viewer (checkbox)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checked: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opens napari, adds layers.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unchecked: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the script runs headless (still saves outputs).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Affects: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only visualization (not segmentation output itself).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8) Generate videos (checkbox)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checked: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writes MP4/GIF outputs(fused overlays, side-by-side raw vs fused)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unchecked: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no videos are generated.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Affects: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only outputs (not segmentation).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9) Video FPS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INPUT: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Frames per second for the MP4/GIF writers.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Units: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frames/second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Affects: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playback speed only.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1371600" y="809280"/>
            <a:ext cx="8630280" cy="58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2"/>
          <p:cNvSpPr/>
          <p:nvPr/>
        </p:nvSpPr>
        <p:spPr>
          <a:xfrm>
            <a:off x="152280" y="-153720"/>
            <a:ext cx="578952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GUI WITH ADVANCED SETTINGS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174000" y="5259600"/>
            <a:ext cx="6840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393160" y="6019560"/>
            <a:ext cx="6840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086600" y="6174000"/>
            <a:ext cx="6840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9831600" y="6172200"/>
            <a:ext cx="6840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715000" y="4935960"/>
            <a:ext cx="6840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088400" y="4572000"/>
            <a:ext cx="6840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200400" y="4116600"/>
            <a:ext cx="685800" cy="4554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7"/>
          <p:cNvSpPr/>
          <p:nvPr/>
        </p:nvSpPr>
        <p:spPr>
          <a:xfrm>
            <a:off x="152280" y="29520"/>
            <a:ext cx="51037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Inputs and buttons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228600" y="685800"/>
            <a:ext cx="11199600" cy="87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10) Show advanced settings (checkbox)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Toggles visibility of the advanced panel.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11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) MARGIN_UM (µm)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Soft distance band around the neurite mask; helps classify lysosomes near the border as “inside”.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 micrometers (µm)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12) OVERLAP_ALPHA (0….1)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Minimum fraction of the lysosome sphere that must overlap the neurite mask to be “inside”.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 unitless fraction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13) NEIGHBOR_MAX_VOX (voxels)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How far (in voxels) to search for the nearest nonzero label when assigning an ID.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 voxels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14) VIZ_MIN_VOXELS (voxels)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Minimum component size (voxel count) to keep for visualization/IDs; smaller ones are removed.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 voxels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Bottom buttons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15)Cancel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:Closes the GUI and exits the scrip.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16)Run: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Validates inputs and run the script.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69200" cy="7585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AXONS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9360" y="684000"/>
            <a:ext cx="10969200" cy="512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FILES: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-Airy scan_40A_UAS-TMEM-HA_axon_0h_again_2_051222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-Airy scan_40A_UAS-TMEM-HA_axon_0h_again_3_051222</a:t>
            </a:r>
            <a:br>
              <a:rPr sz="3200"/>
            </a:br>
            <a:r>
              <a:rPr lang="en-US" sz="3200" b="0" i="1" u="none" strike="noStrike">
                <a:solidFill>
                  <a:srgbClr val="ff0000"/>
                </a:solidFill>
                <a:effectLst/>
                <a:uFillTx/>
                <a:latin typeface="Arial"/>
                <a:ea typeface="Microsoft YaHei"/>
              </a:rPr>
              <a:t>-Airy scan_40A_UAS-TMEM-HA_axons_4h_1_291122</a:t>
            </a:r>
            <a:br>
              <a:rPr sz="3200"/>
            </a:br>
            <a:r>
              <a:rPr lang="en-US" sz="32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-Airy scan_40A_UAS-TMEM-HA_axons_L3_x63_1_180123</a:t>
            </a: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166680"/>
            <a:ext cx="10969200" cy="62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1143000"/>
            <a:ext cx="2513880" cy="5257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neigh max vox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2000880" y="1143000"/>
            <a:ext cx="4856400" cy="57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/>
          <p:cNvPicPr/>
          <p:nvPr/>
        </p:nvPicPr>
        <p:blipFill>
          <a:blip r:embed="rId2"/>
          <a:stretch/>
        </p:blipFill>
        <p:spPr>
          <a:xfrm>
            <a:off x="7078320" y="1160280"/>
            <a:ext cx="5182920" cy="569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144360"/>
            <a:ext cx="1096920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"/>
          <p:cNvPicPr/>
          <p:nvPr/>
        </p:nvPicPr>
        <p:blipFill>
          <a:blip r:embed="rId1"/>
          <a:stretch/>
        </p:blipFill>
        <p:spPr>
          <a:xfrm>
            <a:off x="685800" y="931680"/>
            <a:ext cx="4943880" cy="523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/>
          <p:cNvPicPr/>
          <p:nvPr/>
        </p:nvPicPr>
        <p:blipFill>
          <a:blip r:embed="rId2"/>
          <a:stretch/>
        </p:blipFill>
        <p:spPr>
          <a:xfrm>
            <a:off x="6172200" y="931680"/>
            <a:ext cx="4342680" cy="522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144360"/>
            <a:ext cx="1096920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60" y="1143360"/>
            <a:ext cx="2513880" cy="5257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neigh max vox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2057400" y="1255320"/>
            <a:ext cx="4799880" cy="514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"/>
          <p:cNvPicPr/>
          <p:nvPr/>
        </p:nvPicPr>
        <p:blipFill>
          <a:blip r:embed="rId2"/>
          <a:stretch/>
        </p:blipFill>
        <p:spPr>
          <a:xfrm>
            <a:off x="7042320" y="1266840"/>
            <a:ext cx="4637520" cy="513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144360"/>
            <a:ext cx="1096920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"/>
          <p:cNvPicPr/>
          <p:nvPr/>
        </p:nvPicPr>
        <p:blipFill>
          <a:blip r:embed="rId1"/>
          <a:stretch/>
        </p:blipFill>
        <p:spPr>
          <a:xfrm>
            <a:off x="475920" y="914400"/>
            <a:ext cx="5238360" cy="546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/>
          <p:cNvPicPr/>
          <p:nvPr/>
        </p:nvPicPr>
        <p:blipFill>
          <a:blip r:embed="rId2"/>
          <a:stretch/>
        </p:blipFill>
        <p:spPr>
          <a:xfrm>
            <a:off x="5943600" y="914400"/>
            <a:ext cx="4830120" cy="548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144720"/>
            <a:ext cx="109692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4H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20" y="1143720"/>
            <a:ext cx="2513880" cy="5257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30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neigh max vox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2233080" y="1371600"/>
            <a:ext cx="4853520" cy="48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/>
          <p:cNvPicPr/>
          <p:nvPr/>
        </p:nvPicPr>
        <p:blipFill>
          <a:blip r:embed="rId2"/>
          <a:stretch/>
        </p:blipFill>
        <p:spPr>
          <a:xfrm>
            <a:off x="7176240" y="1371600"/>
            <a:ext cx="471096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144360"/>
            <a:ext cx="1096920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4H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"/>
          <p:cNvPicPr/>
          <p:nvPr/>
        </p:nvPicPr>
        <p:blipFill>
          <a:blip r:embed="rId1"/>
          <a:stretch/>
        </p:blipFill>
        <p:spPr>
          <a:xfrm>
            <a:off x="799920" y="1199880"/>
            <a:ext cx="4686480" cy="474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"/>
          <p:cNvPicPr/>
          <p:nvPr/>
        </p:nvPicPr>
        <p:blipFill>
          <a:blip r:embed="rId2"/>
          <a:stretch/>
        </p:blipFill>
        <p:spPr>
          <a:xfrm>
            <a:off x="5715000" y="1143000"/>
            <a:ext cx="481824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144720"/>
            <a:ext cx="109692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080" y="1144080"/>
            <a:ext cx="2513880" cy="5257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neigh max vox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"/>
          <p:cNvPicPr/>
          <p:nvPr/>
        </p:nvPicPr>
        <p:blipFill>
          <a:blip r:embed="rId1"/>
          <a:stretch/>
        </p:blipFill>
        <p:spPr>
          <a:xfrm>
            <a:off x="2152440" y="1352520"/>
            <a:ext cx="4934160" cy="481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"/>
          <p:cNvPicPr/>
          <p:nvPr/>
        </p:nvPicPr>
        <p:blipFill>
          <a:blip r:embed="rId2"/>
          <a:stretch/>
        </p:blipFill>
        <p:spPr>
          <a:xfrm>
            <a:off x="7306200" y="1371600"/>
            <a:ext cx="480960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144360"/>
            <a:ext cx="10969200" cy="67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"/>
          <p:cNvPicPr/>
          <p:nvPr/>
        </p:nvPicPr>
        <p:blipFill>
          <a:blip r:embed="rId1"/>
          <a:stretch/>
        </p:blipFill>
        <p:spPr>
          <a:xfrm>
            <a:off x="330840" y="914400"/>
            <a:ext cx="5561640" cy="571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"/>
          <p:cNvPicPr/>
          <p:nvPr/>
        </p:nvPicPr>
        <p:blipFill>
          <a:blip r:embed="rId2"/>
          <a:stretch/>
        </p:blipFill>
        <p:spPr>
          <a:xfrm>
            <a:off x="6001200" y="929160"/>
            <a:ext cx="5657400" cy="570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Application>LibreOffice/25.8.4.2$Windows_X86_64 LibreOffice_project/290daaa01b999472f0c7a3890eb6a550fd74c6df</Application>
  <AppVersion>15.0000</AppVersion>
  <Words>651</Words>
  <Paragraphs>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2026-01-21T00:26:23Z</dcterms:modified>
  <cp:revision>954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7AA9711938614CEA9C52D6DA667AB3C2_13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14</vt:i4>
  </property>
</Properties>
</file>