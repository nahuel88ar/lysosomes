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3" r:id="rId3"/>
    <p:sldId id="519" r:id="rId5"/>
    <p:sldId id="522" r:id="rId6"/>
    <p:sldId id="524" r:id="rId7"/>
    <p:sldId id="545" r:id="rId8"/>
    <p:sldId id="541" r:id="rId9"/>
    <p:sldId id="540" r:id="rId10"/>
    <p:sldId id="547" r:id="rId11"/>
    <p:sldId id="539" r:id="rId12"/>
    <p:sldId id="543" r:id="rId13"/>
    <p:sldId id="55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E351CED-465B-40B5-ADCE-957C918F227B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5A33CB2A-1702-4C1D-9CC4-8D472D39F1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2.xml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3.xml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4695" y="1720850"/>
            <a:ext cx="10338435" cy="2900680"/>
          </a:xfrm>
        </p:spPr>
        <p:txBody>
          <a:bodyPr lIns="91440" tIns="45720" rIns="91440" bIns="45720" anchor="t">
            <a:noAutofit/>
          </a:bodyPr>
          <a:lstStyle/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3D Image Segmentation and Quantification of Lysosomes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altLang="en-GB" sz="43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ISF-MAPATZ</a:t>
            </a: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en-US" altLang="en-GB" sz="4300" b="1" i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3430"/>
            <a:ext cx="10972800" cy="4953000"/>
          </a:xfrm>
        </p:spPr>
        <p:txBody>
          <a:bodyPr/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TMEM-HA 6h CB airy_3_170722</a:t>
            </a:r>
            <a:endParaRPr lang="en-US" altLang="en-GB" sz="3600"/>
          </a:p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40A_UAS-TMEM192-3xHA x 40A 71G10 MARCM_around 12h - for quantification_3 Airy-CBs_300425</a:t>
            </a:r>
            <a:endParaRPr lang="en-US" altLang="en-GB" sz="3600"/>
          </a:p>
          <a:p>
            <a:pPr>
              <a:buFont typeface="Wingdings" panose="05000000000000000000" charset="0"/>
              <a:buChar char="ü"/>
            </a:pPr>
            <a:r>
              <a:rPr lang="en-US" altLang="en-GB" sz="3600"/>
              <a:t>40A_UAS-TMEM1923x-HA x 71G10 40A MARCM_L3_2_Airy_010724</a:t>
            </a:r>
            <a:endParaRPr lang="en-US" altLang="en-GB" sz="3600"/>
          </a:p>
          <a:p>
            <a:pPr marL="0" indent="0">
              <a:buFont typeface="Wingdings" panose="05000000000000000000" charset="0"/>
              <a:buNone/>
            </a:pPr>
            <a:endParaRPr lang="en-US" altLang="en-GB" sz="36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TMEM-HA 6h CB airy_3_170722</a:t>
            </a:r>
            <a:endParaRPr lang="en-US" altLang="en-GB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" name="raw_vs_segmented_side_by_si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9115" y="988695"/>
            <a:ext cx="10900410" cy="507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TMEM-HA 6h CB airy_3_170722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794385"/>
            <a:ext cx="6707505" cy="5871210"/>
          </a:xfrm>
          <a:prstGeom prst="rect">
            <a:avLst/>
          </a:prstGeom>
        </p:spPr>
      </p:pic>
      <p:pic>
        <p:nvPicPr>
          <p:cNvPr id="6" name="Picture 5" descr="se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840" y="793750"/>
            <a:ext cx="3363595" cy="2945130"/>
          </a:xfrm>
          <a:prstGeom prst="rect">
            <a:avLst/>
          </a:prstGeom>
        </p:spPr>
      </p:pic>
      <p:pic>
        <p:nvPicPr>
          <p:cNvPr id="8" name="Picture 7" descr="se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40" y="3738880"/>
            <a:ext cx="3342640" cy="2926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b="1" dirty="0">
                <a:solidFill>
                  <a:srgbClr val="FF0000"/>
                </a:solidFill>
                <a:cs typeface="Arial" panose="020B0604020202020204"/>
              </a:rPr>
              <a:t>TMEM-HA 6h CB airy_3_170722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05" y="952500"/>
            <a:ext cx="5610860" cy="300355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217805" y="3990975"/>
            <a:ext cx="5591175" cy="4572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2867025" y="4038600"/>
            <a:ext cx="276225" cy="400050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90" y="4438650"/>
            <a:ext cx="5591175" cy="21831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023620"/>
            <a:ext cx="1733550" cy="790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242820"/>
            <a:ext cx="2324100" cy="3952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1770" y="2242820"/>
            <a:ext cx="1838325" cy="1057275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108950" y="1357630"/>
            <a:ext cx="1073150" cy="27051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191625" y="1087120"/>
            <a:ext cx="2390775" cy="9220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GB" b="1">
                <a:solidFill>
                  <a:srgbClr val="FF0000"/>
                </a:solidFill>
              </a:rPr>
              <a:t>TOTAL LYSOSOMES</a:t>
            </a:r>
            <a:endParaRPr lang="en-US" altLang="en-GB" b="1">
              <a:solidFill>
                <a:srgbClr val="FF0000"/>
              </a:solidFill>
            </a:endParaRPr>
          </a:p>
          <a:p>
            <a:pPr algn="ctr"/>
            <a:r>
              <a:rPr lang="en-US" altLang="en-GB" b="1">
                <a:solidFill>
                  <a:srgbClr val="FF0000"/>
                </a:solidFill>
              </a:rPr>
              <a:t>151</a:t>
            </a:r>
            <a:endParaRPr lang="en-US" altLang="en-GB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2925" y="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40A_UAS-TMEM192-3xHA x 40A 71G10 MARCM_around 12h - for quantification_3 Airy-CBs_300425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raw_vs_segmented_side_by_si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00150" y="762000"/>
            <a:ext cx="9449435" cy="595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7150"/>
            <a:ext cx="10972800" cy="445135"/>
          </a:xfrm>
        </p:spPr>
        <p:txBody>
          <a:bodyPr lIns="91440" tIns="45720" rIns="91440" bIns="45720" anchor="ctr" anchorCtr="0"/>
          <a:lstStyle/>
          <a:p>
            <a:b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</a:br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40A_UAS-TMEM192-3xHA x 40A 71G10 MARCM_around 12h - for quantification_3 Airy-CBs_300425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0" y="1000125"/>
            <a:ext cx="6539865" cy="5724525"/>
          </a:xfrm>
          <a:prstGeom prst="rect">
            <a:avLst/>
          </a:prstGeom>
        </p:spPr>
      </p:pic>
      <p:pic>
        <p:nvPicPr>
          <p:cNvPr id="8" name="Picture 7" descr="se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465" y="502285"/>
            <a:ext cx="3448685" cy="3019425"/>
          </a:xfrm>
          <a:prstGeom prst="rect">
            <a:avLst/>
          </a:prstGeom>
        </p:spPr>
      </p:pic>
      <p:pic>
        <p:nvPicPr>
          <p:cNvPr id="13" name="Picture 12" descr="se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339330" y="3680460"/>
            <a:ext cx="3069590" cy="3019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7150"/>
            <a:ext cx="10972800" cy="445135"/>
          </a:xfrm>
        </p:spPr>
        <p:txBody>
          <a:bodyPr lIns="91440" tIns="45720" rIns="91440" bIns="45720" anchor="ctr" anchorCtr="0"/>
          <a:lstStyle/>
          <a:p>
            <a:b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</a:br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40A_UAS-TMEM192-3xHA x 40A 71G10 MARCM_around 12h - for quantification_3 Airy-CBs_300425</a:t>
            </a:r>
            <a:endParaRPr lang="en-US" altLang="en-GB" sz="2400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" y="909955"/>
            <a:ext cx="5269865" cy="4055110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408940" y="4963795"/>
            <a:ext cx="5334000" cy="43116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2825115" y="4933315"/>
            <a:ext cx="291465" cy="461645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" y="5534025"/>
            <a:ext cx="5282565" cy="10693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215" y="2293620"/>
            <a:ext cx="1990725" cy="2838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40" y="1070610"/>
            <a:ext cx="1981200" cy="752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690" y="2473325"/>
            <a:ext cx="1838325" cy="112395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108950" y="1357630"/>
            <a:ext cx="1073150" cy="27051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191625" y="1087120"/>
            <a:ext cx="2390775" cy="9220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GB" b="1">
                <a:solidFill>
                  <a:srgbClr val="FF0000"/>
                </a:solidFill>
              </a:rPr>
              <a:t>TOTAL LYSOSOMES</a:t>
            </a:r>
            <a:endParaRPr lang="en-US" altLang="en-GB" b="1">
              <a:solidFill>
                <a:srgbClr val="FF0000"/>
              </a:solidFill>
            </a:endParaRPr>
          </a:p>
          <a:p>
            <a:pPr algn="ctr"/>
            <a:r>
              <a:rPr lang="en-US" altLang="en-GB" b="1">
                <a:solidFill>
                  <a:srgbClr val="FF0000"/>
                </a:solidFill>
              </a:rPr>
              <a:t>87</a:t>
            </a:r>
            <a:endParaRPr lang="en-US" altLang="en-GB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40A_UAS-TMEM1923x-HA x 71G10 40A MARCM_L3_2_Airy_010724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raw_vs_segmented_side_by_sid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5910" y="784225"/>
            <a:ext cx="11460480" cy="573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40A_UAS-TMEM1923x-HA x 71G10 40A MARCM_L3_2_Airy_010724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2" name="Picture 1" descr="se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570" y="952500"/>
            <a:ext cx="6254750" cy="5474970"/>
          </a:xfrm>
          <a:prstGeom prst="rect">
            <a:avLst/>
          </a:prstGeom>
        </p:spPr>
      </p:pic>
      <p:pic>
        <p:nvPicPr>
          <p:cNvPr id="4" name="Picture 3" descr="se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450" y="952500"/>
            <a:ext cx="3178810" cy="2782570"/>
          </a:xfrm>
          <a:prstGeom prst="rect">
            <a:avLst/>
          </a:prstGeom>
        </p:spPr>
      </p:pic>
      <p:pic>
        <p:nvPicPr>
          <p:cNvPr id="7" name="Picture 6" descr="se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50" y="3808730"/>
            <a:ext cx="3187065" cy="2789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762000"/>
          </a:xfrm>
        </p:spPr>
        <p:txBody>
          <a:bodyPr lIns="91440" tIns="45720" rIns="91440" bIns="45720" anchor="ctr" anchorCtr="0"/>
          <a:lstStyle/>
          <a:p>
            <a:r>
              <a:rPr lang="en-US" altLang="en-GB" sz="2400" b="1" dirty="0">
                <a:solidFill>
                  <a:srgbClr val="FF0000"/>
                </a:solidFill>
                <a:cs typeface="Arial" panose="020B0604020202020204"/>
              </a:rPr>
              <a:t>40A_UAS-TMEM1923x-HA x 71G10 40A MARCM_L3_2_Airy_010724</a:t>
            </a:r>
            <a:endParaRPr lang="en-US" altLang="en-GB" b="1" dirty="0">
              <a:solidFill>
                <a:srgbClr val="FF0000"/>
              </a:solidFill>
              <a:cs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803910"/>
            <a:ext cx="5396865" cy="412305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408940" y="4963795"/>
            <a:ext cx="5334000" cy="43116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2825115" y="4933315"/>
            <a:ext cx="291465" cy="461645"/>
          </a:xfrm>
          <a:prstGeom prst="downArrow">
            <a:avLst/>
          </a:prstGeom>
          <a:solidFill>
            <a:srgbClr val="FF00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" y="5394960"/>
            <a:ext cx="5288915" cy="10814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225" y="3046095"/>
            <a:ext cx="1847850" cy="1047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225" y="2839085"/>
            <a:ext cx="1981200" cy="1905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8225" y="1087120"/>
            <a:ext cx="1981200" cy="81915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108950" y="1357630"/>
            <a:ext cx="1073150" cy="27051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9191625" y="1087120"/>
            <a:ext cx="2390775" cy="92202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en-GB" b="1">
                <a:solidFill>
                  <a:srgbClr val="FF0000"/>
                </a:solidFill>
              </a:rPr>
              <a:t>TOTAL LYSOSOMES</a:t>
            </a:r>
            <a:endParaRPr lang="en-US" altLang="en-GB" b="1">
              <a:solidFill>
                <a:srgbClr val="FF0000"/>
              </a:solidFill>
            </a:endParaRPr>
          </a:p>
          <a:p>
            <a:pPr algn="ctr"/>
            <a:r>
              <a:rPr lang="en-US" altLang="en-GB" b="1">
                <a:solidFill>
                  <a:srgbClr val="FF0000"/>
                </a:solidFill>
              </a:rPr>
              <a:t>345</a:t>
            </a:r>
            <a:endParaRPr lang="en-US" altLang="en-GB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</p:tagLst>
</file>

<file path=ppt/tags/tag3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</Words>
  <Application>WPS Presentation</Application>
  <PresentationFormat>Panorámica</PresentationFormat>
  <Paragraphs>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Arial</vt:lpstr>
      <vt:lpstr>Microsoft YaHei</vt:lpstr>
      <vt:lpstr>Arial Unicode MS</vt:lpstr>
      <vt:lpstr>Calibri</vt:lpstr>
      <vt:lpstr>1_Green Color</vt:lpstr>
      <vt:lpstr>PowerPoint 演示文稿</vt:lpstr>
      <vt:lpstr>FILES</vt:lpstr>
      <vt:lpstr>TMEM-HA 6h CB airy_3_170722</vt:lpstr>
      <vt:lpstr>TMEM-HA 6h CB airy_3_170722</vt:lpstr>
      <vt:lpstr>TMEM-HA 6h CB airy_3_170722</vt:lpstr>
      <vt:lpstr>40A_UAS-TMEM192-3xHA x 40A 71G10 MARCM_around 12h - for quantification_3 Airy-CBs_300425</vt:lpstr>
      <vt:lpstr> 40A_UAS-TMEM192-3xHA x 40A 71G10 MARCM_around 12h - for quantification_3 Airy-CBs_300425</vt:lpstr>
      <vt:lpstr> 40A_UAS-TMEM192-3xHA x 40A 71G10 MARCM_around 12h - for quantification_3 Airy-CBs_300425</vt:lpstr>
      <vt:lpstr>40A_UAS-TMEM1923x-HA x 71G10 40A MARCM_L3_2_Airy_010724</vt:lpstr>
      <vt:lpstr>40A_UAS-TMEM1923x-HA x 71G10 40A MARCM_L3_2_Airy_010724</vt:lpstr>
      <vt:lpstr>40A_UAS-TMEM1923x-HA x 71G10 40A MARCM_L3_2_Airy_010724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Nahuel-Hernan Ramos</dc:creator>
  <cp:lastModifiedBy>nahue</cp:lastModifiedBy>
  <cp:revision>659</cp:revision>
  <dcterms:created xsi:type="dcterms:W3CDTF">2024-11-18T13:41:00Z</dcterms:created>
  <dcterms:modified xsi:type="dcterms:W3CDTF">2025-11-02T10:13:26Z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C9925986E7CE479F9037215A5D67D598_13</vt:lpwstr>
  </property>
  <property fmtid="{D5CDD505-2E9C-101B-9397-08002B2CF9AE}" pid="3" name="KSOProductBuildVer">
    <vt:lpwstr>2057-12.2.0.23131</vt:lpwstr>
  </property>
</Properties>
</file>