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920" cy="579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9920" cy="49500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920" cy="579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9920" cy="4950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2720" cy="2849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2720" cy="1497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920" cy="579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82000" cy="4950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82000" cy="4950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12720" cy="1322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5560" cy="821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5560" cy="3681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0760" cy="821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0760" cy="3681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920" cy="579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9760" cy="1597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9320" cy="4870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9760" cy="3808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9760" cy="1597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9320" cy="4870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9760" cy="3808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40320" cy="593424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23680" cy="593424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6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9240" cy="6855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40400" cy="1079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776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41840" cy="473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5600" cy="289764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18/1/2025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9920" cy="75924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4"/>
          <p:cNvSpPr/>
          <p:nvPr/>
        </p:nvSpPr>
        <p:spPr>
          <a:xfrm>
            <a:off x="152280" y="-154080"/>
            <a:ext cx="57902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 WITHOUT ADVANCED SETTINGS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1399680" y="1143000"/>
            <a:ext cx="9114840" cy="444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10515600" y="13716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515600" y="20574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72000" y="22860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4572000" y="27432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4572000" y="32004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4343400" y="36576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4572000" y="43434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143000" y="38862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8458200" y="4114800"/>
            <a:ext cx="4561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3200400" y="5029200"/>
            <a:ext cx="6847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52280" y="27360"/>
            <a:ext cx="5104440" cy="73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03920" y="929880"/>
            <a:ext cx="11372040" cy="63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1) Image 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Shows the full path of the file you selected (.czi, .tif, .tiff).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Opens a file picker. When you choose a file, the GUI also auto-suggests an output folder (same directory as the image +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timestamp) if the output field is empty.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2) Output folder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Where all outputs are written:datasets, videos and pictures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Lets you choose a parent folder.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script then makes a new timestamped folder inside it (based on the image name).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3) ERODE_MULT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ERODE_MULT (input):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 multiplier / additive factor used in your auto morphology stage.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unitless (it becomes a voxel radius for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Effect: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higher values generally shrink the mask more (more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For neurites: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too high will break thin branches.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Typical: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Image with little noise: 0-2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Image with a lot of noise: 3-6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3"/>
          <p:cNvSpPr/>
          <p:nvPr/>
        </p:nvSpPr>
        <p:spPr>
          <a:xfrm>
            <a:off x="152280" y="28800"/>
            <a:ext cx="51044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28600" y="684000"/>
            <a:ext cx="11428920" cy="64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4) Blob_log threshold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Input: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Controls how strict the lysosome detection is using the function 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blog_log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.It’s basically the minimum “blob response” required to call something a blob.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unitless.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Effect: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Lower threshold → more detections (including noise)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Higher threshold → fewer detections (may miss lysosomes)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Typical: 0.001–0.05, depends on intensity / noise.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5) XY override (µm/px)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leave it blank: the script tries metadata (vx_um, vy_um)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missing → uses the default you set (e.g. 0.04 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fill it: it forces vx_um = vy_um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 micrometers per pixel (µm/px)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any calculation converting pixels → µm, including: lysosome size in µm, distance maps in µm, MARGIN_UM behavior (because it’s in µm) and voxel volume in µm³.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6"/>
          <p:cNvSpPr/>
          <p:nvPr/>
        </p:nvSpPr>
        <p:spPr>
          <a:xfrm>
            <a:off x="152280" y="29160"/>
            <a:ext cx="51044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57200" y="646200"/>
            <a:ext cx="10971720" cy="76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6) Z override (µm/slice)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blank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uses vz_um from metadata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missing: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uses DEFAULT_VZ_UM if provided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filled: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forces vz_um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micrometers per Z step (µm/slice)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3D distances and volumes, distance transform sampling in µm, overlap sphere geometry in µm and volume per voxel.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7) Launch Napari viewer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opens napari, adds layers.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the script runs headless (still saves outputs).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visualization (not segmentation output itself).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8) Generate videos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writes MP4/GIF outputs(fused overlays, side-by-side raw vs fused)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no videos are generated.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outputs (not segmentation).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9) Video FPS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Frames per second for the MP4/GIF writers.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frames/second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playback speed only.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2"/>
          <p:cNvSpPr/>
          <p:nvPr/>
        </p:nvSpPr>
        <p:spPr>
          <a:xfrm>
            <a:off x="152280" y="-153720"/>
            <a:ext cx="57902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 WITH ADVANCED SETTINGS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1828800" y="1056960"/>
            <a:ext cx="8619840" cy="579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"/>
          <p:cNvSpPr/>
          <p:nvPr/>
        </p:nvSpPr>
        <p:spPr>
          <a:xfrm>
            <a:off x="7086600" y="5486400"/>
            <a:ext cx="6847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6858000" y="5943600"/>
            <a:ext cx="6847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543800" y="6400800"/>
            <a:ext cx="6847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0287000" y="6400800"/>
            <a:ext cx="6847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172200" y="5257800"/>
            <a:ext cx="6847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543800" y="4800600"/>
            <a:ext cx="684720" cy="4561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7"/>
          <p:cNvSpPr/>
          <p:nvPr/>
        </p:nvSpPr>
        <p:spPr>
          <a:xfrm>
            <a:off x="152280" y="29520"/>
            <a:ext cx="51044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28600" y="685800"/>
            <a:ext cx="11200320" cy="87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10) Show advanced settings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Toggles visibility of the advanced panel.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11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) MARGIN_UM (µm)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Soft distance band around the neurite mask; helps classify lysosomes near the border as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micrometers (µm)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12) OVERLAP_ALPHA (0….1)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Minimum fraction of the lysosome sphere that must overlap the neurite mask to be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unitless fraction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13) NEIGHBOR_MAX_VOX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far (in voxels) to search for the nearest nonzero label when assigning an 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14) VIZ_MIN_VOXELS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Minimum component size (voxel count) to keep for visualization/IDs; smaller ones are removed.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Bottom buttons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15)Cancel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:Closes the GUI and exits the scrip.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16)Run: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Validates inputs and run the script.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9920" cy="75924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9360" y="684720"/>
            <a:ext cx="10969920" cy="512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scan_40A_UAS-TMEM-HA_axons_L3_x63_1_180123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scan_40A_UAS-TMEM-HA_axons_L3_x63_2_180123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scan_40A_UAS-TMEM-HA_axon_0h_again_3_051222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scan_40A_UAS-TMEM-HA_axons_4h_1_291122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scan_40A_UAS-TMEM-HA_axons_4h_3_291122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167400"/>
            <a:ext cx="10969920" cy="6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145080"/>
            <a:ext cx="10969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167400"/>
            <a:ext cx="10969920" cy="6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145080"/>
            <a:ext cx="10969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167400"/>
            <a:ext cx="10969920" cy="6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1143000"/>
            <a:ext cx="2514600" cy="5257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Erosion = 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 max vox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viz min voxels = 1000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"/>
          <p:cNvPicPr/>
          <p:nvPr/>
        </p:nvPicPr>
        <p:blipFill>
          <a:blip r:embed="rId1"/>
          <a:stretch/>
        </p:blipFill>
        <p:spPr>
          <a:xfrm>
            <a:off x="2000880" y="1143000"/>
            <a:ext cx="4857120" cy="571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"/>
          <p:cNvPicPr/>
          <p:nvPr/>
        </p:nvPicPr>
        <p:blipFill>
          <a:blip r:embed="rId2"/>
          <a:stretch/>
        </p:blipFill>
        <p:spPr>
          <a:xfrm>
            <a:off x="7078320" y="1160280"/>
            <a:ext cx="5183640" cy="569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145080"/>
            <a:ext cx="10969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tretch/>
        </p:blipFill>
        <p:spPr>
          <a:xfrm>
            <a:off x="685800" y="931680"/>
            <a:ext cx="4944600" cy="524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"/>
          <p:cNvPicPr/>
          <p:nvPr/>
        </p:nvPicPr>
        <p:blipFill>
          <a:blip r:embed="rId2"/>
          <a:stretch/>
        </p:blipFill>
        <p:spPr>
          <a:xfrm>
            <a:off x="6172200" y="931680"/>
            <a:ext cx="4343400" cy="522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145080"/>
            <a:ext cx="10969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360" y="1143360"/>
            <a:ext cx="2514600" cy="5257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Erosion = 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 max vox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"/>
          <p:cNvPicPr/>
          <p:nvPr/>
        </p:nvPicPr>
        <p:blipFill>
          <a:blip r:embed="rId1"/>
          <a:stretch/>
        </p:blipFill>
        <p:spPr>
          <a:xfrm>
            <a:off x="2057400" y="1255320"/>
            <a:ext cx="4800600" cy="514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"/>
          <p:cNvPicPr/>
          <p:nvPr/>
        </p:nvPicPr>
        <p:blipFill>
          <a:blip r:embed="rId2"/>
          <a:stretch/>
        </p:blipFill>
        <p:spPr>
          <a:xfrm>
            <a:off x="7042320" y="1266840"/>
            <a:ext cx="4638240" cy="513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145080"/>
            <a:ext cx="10969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475920" y="914400"/>
            <a:ext cx="5239080" cy="546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2"/>
          <a:stretch/>
        </p:blipFill>
        <p:spPr>
          <a:xfrm>
            <a:off x="5943600" y="914400"/>
            <a:ext cx="4830840" cy="5486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167400"/>
            <a:ext cx="10969920" cy="6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145080"/>
            <a:ext cx="10969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167400"/>
            <a:ext cx="10969920" cy="6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145080"/>
            <a:ext cx="10969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</TotalTime>
  <Application>LibreOffice/25.8.4.2$Windows_X86_64 LibreOffice_project/290daaa01b999472f0c7a3890eb6a550fd74c6df</Application>
  <AppVersion>15.0000</AppVersion>
  <Words>651</Words>
  <Paragraphs>72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2026-01-20T15:56:26Z</dcterms:modified>
  <cp:revision>946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7AA9711938614CEA9C52D6DA667AB3C2_13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14</vt:i4>
  </property>
</Properties>
</file>