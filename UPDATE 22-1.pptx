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41400" cy="59353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24760" cy="593532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5884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41480" cy="10807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5884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000" cy="580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l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i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k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o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e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d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i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M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a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e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r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i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l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e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y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l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71000" cy="495108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5884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000" cy="580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71000" cy="4951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5884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800" cy="28508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800" cy="1498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5884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000" cy="580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l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i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k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o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e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d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i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M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a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e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r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i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l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e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 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y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l</a:t>
            </a: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83080" cy="4951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83080" cy="49510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5884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513800" cy="13237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56640" cy="822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56640" cy="3682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840" cy="82224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840" cy="3682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5884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000" cy="5806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5884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4" name="PlaceHolder 1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5884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30840" cy="1598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0400" cy="4871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30840" cy="3809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5884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6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90320" cy="68562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30840" cy="1598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30840" cy="3809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5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5884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6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42920" cy="4744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36680" cy="28987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18/1/2025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71000" cy="7603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GUI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4"/>
          <p:cNvSpPr txBox="1"/>
          <p:nvPr/>
        </p:nvSpPr>
        <p:spPr>
          <a:xfrm>
            <a:off x="152280" y="-154080"/>
            <a:ext cx="5791320" cy="109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GUI WITHOUT ADVANCED SETTINGS </a:t>
            </a:r>
            <a:endParaRPr lang="en-US" sz="2400" b="1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"/>
          <p:cNvPicPr/>
          <p:nvPr/>
        </p:nvPicPr>
        <p:blipFill>
          <a:blip r:embed="rId1"/>
          <a:stretch/>
        </p:blipFill>
        <p:spPr>
          <a:xfrm>
            <a:off x="1399680" y="1143000"/>
            <a:ext cx="9115920" cy="444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"/>
          <p:cNvSpPr/>
          <p:nvPr/>
        </p:nvSpPr>
        <p:spPr>
          <a:xfrm>
            <a:off x="10515600" y="1371600"/>
            <a:ext cx="4572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10515600" y="2057400"/>
            <a:ext cx="4572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4572000" y="2286000"/>
            <a:ext cx="4572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572000" y="2743200"/>
            <a:ext cx="4572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4572000" y="3200400"/>
            <a:ext cx="4572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/>
          <p:nvPr/>
        </p:nvSpPr>
        <p:spPr>
          <a:xfrm>
            <a:off x="4343400" y="3657600"/>
            <a:ext cx="4572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4572000" y="4343400"/>
            <a:ext cx="4572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/>
          <p:nvPr/>
        </p:nvSpPr>
        <p:spPr>
          <a:xfrm>
            <a:off x="1143000" y="3886200"/>
            <a:ext cx="4572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8458200" y="4114800"/>
            <a:ext cx="4572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3200400" y="5029200"/>
            <a:ext cx="4572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7772400" y="5486400"/>
            <a:ext cx="6858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10287000" y="5486400"/>
            <a:ext cx="685800" cy="6858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2"/>
          <p:cNvSpPr txBox="1"/>
          <p:nvPr/>
        </p:nvSpPr>
        <p:spPr>
          <a:xfrm>
            <a:off x="152280" y="-153720"/>
            <a:ext cx="5791320" cy="1097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GUI WITH ADVANCED SETTINGS</a:t>
            </a:r>
            <a:endParaRPr lang="en-US" sz="2400" b="1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pic>
        <p:nvPicPr>
          <p:cNvPr id="88" name=""/>
          <p:cNvPicPr/>
          <p:nvPr/>
        </p:nvPicPr>
        <p:blipFill>
          <a:blip r:embed="rId1"/>
          <a:stretch/>
        </p:blipFill>
        <p:spPr>
          <a:xfrm>
            <a:off x="1828800" y="1056960"/>
            <a:ext cx="8620920" cy="5801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7543800" y="4800600"/>
            <a:ext cx="6858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6172200" y="5257800"/>
            <a:ext cx="6858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7086600" y="5486400"/>
            <a:ext cx="6858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858000" y="5943600"/>
            <a:ext cx="685800" cy="45720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/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52280" y="28440"/>
            <a:ext cx="51055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Inputs and buttons</a:t>
            </a:r>
            <a:endParaRPr lang="en-US" sz="2400" b="1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403920" y="685800"/>
            <a:ext cx="11373120" cy="6849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spAutoFit/>
          </a:bodyPr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1) Image file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box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Shows the full path of the file you selected (.czi, .tif, .tiff).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Browse… (button)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Symbol" charset="2"/>
              <a:buChar char="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Opens a file picker. When you choose a file, the GUI also auto-suggests an output folder (same directory as the image +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	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    timestamp) if the output field is empty.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2) Output folder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box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Where all outputs are written:datasets, videos and pictures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Browse… (button)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Lets you choose a parent folder.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script then makes a new timestamped folder inside it (based on the image name).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3) ERODE_MULT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ERODE_MULT (input):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multiplier / additive factor used in your auto morphology stage.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unitless (it becomes a voxel radius for erosion).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Effect: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higher values generally shrink the mask more (more erosion).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 neurites: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 high will break thin branches.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Typical: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with little noise: 0-2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Image with a lot of noise: 3-6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Neurites-only: often 0–1 (or even force erosion off)</a:t>
            </a:r>
            <a:endParaRPr lang="en-US" sz="1400" b="1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3"/>
          <p:cNvSpPr txBox="1"/>
          <p:nvPr/>
        </p:nvSpPr>
        <p:spPr>
          <a:xfrm>
            <a:off x="152280" y="28800"/>
            <a:ext cx="51055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Inputs and buttons</a:t>
            </a:r>
            <a:endParaRPr lang="en-US" sz="2400" b="1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28600" y="684000"/>
            <a:ext cx="11430000" cy="6467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4) Blob_log threshold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Input:</a:t>
            </a:r>
            <a:endParaRPr lang="en-US" sz="1800" b="1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Controls how strict the lysosome detection is using the function 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blog_log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.It’s basically the minimum “blob response” required to call something a blob.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Units:</a:t>
            </a: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unitless.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Effect: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Lower threshold → more detections (including noise)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Higher threshold → fewer detections (may miss lysosomes)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Typical: 0.001–0.05, depends on intensity / noise.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5) XY override (µm/px)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Input</a:t>
            </a:r>
            <a:endParaRPr lang="en-US" sz="1600" b="1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you leave it blank: the script tries metadata (vx_um, vy_um)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missing → uses the default you set (e.g. 0.04 µm/px)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If you fill it: it forces vx_um = vy_um = your_value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Units: micrometers per pixel (µm/px)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Affects:</a:t>
            </a: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any calculation converting pixels → µm, including: lysosome size in µm, distance maps in µm, MARGIN_UM behavior (because it’s in µm) and voxel volume in µm³.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6"/>
          <p:cNvSpPr txBox="1"/>
          <p:nvPr/>
        </p:nvSpPr>
        <p:spPr>
          <a:xfrm>
            <a:off x="152280" y="29160"/>
            <a:ext cx="5105520" cy="731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Inputs and buttons</a:t>
            </a:r>
            <a:endParaRPr lang="en-US" sz="2400" b="1" u="none" strike="noStrike">
              <a:solidFill>
                <a:srgbClr val="ff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1143000" y="2743200"/>
            <a:ext cx="10971000" cy="76032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AXONS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71000" cy="58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100" name=""/>
          <p:cNvPicPr/>
          <p:nvPr/>
        </p:nvPicPr>
        <p:blipFill>
          <a:blip r:embed="rId1"/>
          <a:stretch/>
        </p:blipFill>
        <p:spPr>
          <a:xfrm>
            <a:off x="609480" y="1174680"/>
            <a:ext cx="10971000" cy="4951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Application>LibreOffice/25.8.4.2$Windows_X86_64 LibreOffice_project/290daaa01b999472f0c7a3890eb6a550fd74c6df</Application>
  <AppVersion>15.0000</AppVersion>
  <Words>651</Words>
  <Paragraphs>72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2026-01-18T16:02:22Z</dcterms:modified>
  <cp:revision>931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7AA9711938614CEA9C52D6DA667AB3C2_13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14</vt:i4>
  </property>
</Properties>
</file>