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pic>
        <p:nvPicPr>
          <p:cNvPr id="2" name="Picture 10"/>
          <p:cNvPicPr/>
          <p:nvPr/>
        </p:nvPicPr>
        <p:blipFill>
          <a:blip r:embed="rId2"/>
          <a:stretch/>
        </p:blipFill>
        <p:spPr>
          <a:xfrm>
            <a:off x="0" y="0"/>
            <a:ext cx="12184920" cy="6850800"/>
          </a:xfrm>
          <a:prstGeom prst="rect">
            <a:avLst/>
          </a:prstGeom>
          <a:noFill/>
          <a:ln w="9525">
            <a:noFill/>
          </a:ln>
        </p:spPr>
      </p:pic>
      <p:sp>
        <p:nvSpPr>
          <p:cNvPr id="3" name="PlaceHolder 1"/>
          <p:cNvSpPr>
            <a:spLocks noGrp="1"/>
          </p:cNvSpPr>
          <p:nvPr>
            <p:ph type="title"/>
          </p:nvPr>
        </p:nvSpPr>
        <p:spPr>
          <a:xfrm>
            <a:off x="8839080" y="190440"/>
            <a:ext cx="2736000" cy="5929920"/>
          </a:xfrm>
          <a:prstGeom prst="rect">
            <a:avLst/>
          </a:prstGeom>
          <a:noFill/>
          <a:ln w="9360">
            <a:noFill/>
          </a:ln>
        </p:spPr>
        <p:txBody>
          <a:bodyPr lIns="45000" rIns="45000" tIns="90000" bIns="90000" anchor="ctr" vert="eaVert">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4" name="PlaceHolder 2"/>
          <p:cNvSpPr>
            <a:spLocks noGrp="1"/>
          </p:cNvSpPr>
          <p:nvPr>
            <p:ph type="body"/>
          </p:nvPr>
        </p:nvSpPr>
        <p:spPr>
          <a:xfrm>
            <a:off x="609480" y="190440"/>
            <a:ext cx="8019360" cy="5929920"/>
          </a:xfrm>
          <a:prstGeom prst="rect">
            <a:avLst/>
          </a:prstGeom>
          <a:noFill/>
          <a:ln w="9360">
            <a:noFill/>
          </a:ln>
        </p:spPr>
        <p:txBody>
          <a:bodyPr lIns="45000" rIns="45000" tIns="90000" bIns="90000" anchor="t" vert="eaVe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5" name="PlaceHolder 3"/>
          <p:cNvSpPr>
            <a:spLocks noGrp="1"/>
          </p:cNvSpPr>
          <p:nvPr>
            <p:ph type="dt" idx="1"/>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6" name="PlaceHolder 4"/>
          <p:cNvSpPr>
            <a:spLocks noGrp="1"/>
          </p:cNvSpPr>
          <p:nvPr>
            <p:ph type="ftr" idx="2"/>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7" name="PlaceHolder 5"/>
          <p:cNvSpPr>
            <a:spLocks noGrp="1"/>
          </p:cNvSpPr>
          <p:nvPr>
            <p:ph type="sldNum" idx="3"/>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pic>
        <p:nvPicPr>
          <p:cNvPr id="8" name="Picture 10" hidden="1"/>
          <p:cNvPicPr/>
          <p:nvPr/>
        </p:nvPicPr>
        <p:blipFill>
          <a:blip r:embed="rId2"/>
          <a:stretch/>
        </p:blipFill>
        <p:spPr>
          <a:xfrm>
            <a:off x="0" y="0"/>
            <a:ext cx="12184920" cy="6850800"/>
          </a:xfrm>
          <a:prstGeom prst="rect">
            <a:avLst/>
          </a:prstGeom>
          <a:noFill/>
          <a:ln w="9525">
            <a:noFill/>
          </a:ln>
        </p:spPr>
      </p:pic>
      <p:pic>
        <p:nvPicPr>
          <p:cNvPr id="9" name="Picture 3"/>
          <p:cNvPicPr/>
          <p:nvPr/>
        </p:nvPicPr>
        <p:blipFill>
          <a:blip r:embed="rId3"/>
          <a:stretch/>
        </p:blipFill>
        <p:spPr>
          <a:xfrm>
            <a:off x="0" y="0"/>
            <a:ext cx="12184920" cy="6850800"/>
          </a:xfrm>
          <a:prstGeom prst="rect">
            <a:avLst/>
          </a:prstGeom>
          <a:noFill/>
          <a:ln w="9525">
            <a:noFill/>
          </a:ln>
        </p:spPr>
      </p:pic>
      <p:sp>
        <p:nvSpPr>
          <p:cNvPr id="10" name="PlaceHolder 1"/>
          <p:cNvSpPr>
            <a:spLocks noGrp="1"/>
          </p:cNvSpPr>
          <p:nvPr>
            <p:ph type="title"/>
          </p:nvPr>
        </p:nvSpPr>
        <p:spPr>
          <a:xfrm>
            <a:off x="624240" y="3718080"/>
            <a:ext cx="10936080" cy="1075320"/>
          </a:xfrm>
          <a:prstGeom prst="rect">
            <a:avLst/>
          </a:prstGeom>
          <a:noFill/>
          <a:ln w="9360">
            <a:noFill/>
          </a:ln>
        </p:spPr>
        <p:txBody>
          <a:bodyPr lIns="90000" rIns="90000" tIns="45000" bIns="45000" anchor="ctr">
            <a:noAutofit/>
          </a:bodyPr>
          <a:p>
            <a:pPr indent="0" algn="r">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11" name="PlaceHolder 2"/>
          <p:cNvSpPr>
            <a:spLocks noGrp="1"/>
          </p:cNvSpPr>
          <p:nvPr>
            <p:ph type="dt" idx="4"/>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12" name="PlaceHolder 3"/>
          <p:cNvSpPr>
            <a:spLocks noGrp="1"/>
          </p:cNvSpPr>
          <p:nvPr>
            <p:ph type="ftr" idx="5"/>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13" name="PlaceHolder 4"/>
          <p:cNvSpPr>
            <a:spLocks noGrp="1"/>
          </p:cNvSpPr>
          <p:nvPr>
            <p:ph type="sldNum" idx="6"/>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pic>
        <p:nvPicPr>
          <p:cNvPr id="14" name="Picture 10"/>
          <p:cNvPicPr/>
          <p:nvPr/>
        </p:nvPicPr>
        <p:blipFill>
          <a:blip r:embed="rId2"/>
          <a:stretch/>
        </p:blipFill>
        <p:spPr>
          <a:xfrm>
            <a:off x="0" y="0"/>
            <a:ext cx="12184920" cy="6850800"/>
          </a:xfrm>
          <a:prstGeom prst="rect">
            <a:avLst/>
          </a:prstGeom>
          <a:noFill/>
          <a:ln w="9525">
            <a:noFill/>
          </a:ln>
        </p:spPr>
      </p:pic>
      <p:sp>
        <p:nvSpPr>
          <p:cNvPr id="15" name="PlaceHolder 1"/>
          <p:cNvSpPr>
            <a:spLocks noGrp="1"/>
          </p:cNvSpPr>
          <p:nvPr>
            <p:ph type="title"/>
          </p:nvPr>
        </p:nvSpPr>
        <p:spPr>
          <a:xfrm>
            <a:off x="609480" y="190440"/>
            <a:ext cx="10965600" cy="575280"/>
          </a:xfrm>
          <a:prstGeom prst="rect">
            <a:avLst/>
          </a:prstGeom>
          <a:noFill/>
          <a:ln w="9360">
            <a:noFill/>
          </a:ln>
        </p:spPr>
        <p:txBody>
          <a:bodyPr lIns="90000" rIns="90000" tIns="45000" bIns="45000" anchor="ctr">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16" name="PlaceHolder 2"/>
          <p:cNvSpPr>
            <a:spLocks noGrp="1"/>
          </p:cNvSpPr>
          <p:nvPr>
            <p:ph type="body"/>
          </p:nvPr>
        </p:nvSpPr>
        <p:spPr>
          <a:xfrm>
            <a:off x="609480" y="1174680"/>
            <a:ext cx="10965600" cy="4945680"/>
          </a:xfrm>
          <a:prstGeom prst="rect">
            <a:avLst/>
          </a:prstGeom>
          <a:noFill/>
          <a:ln w="9360">
            <a:noFill/>
          </a:ln>
        </p:spPr>
        <p:txBody>
          <a:bodyPr lIns="45000" rIns="45000" tIns="90000" bIns="90000" anchor="t" vert="eaVe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17" name="PlaceHolder 3"/>
          <p:cNvSpPr>
            <a:spLocks noGrp="1"/>
          </p:cNvSpPr>
          <p:nvPr>
            <p:ph type="dt" idx="7"/>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18" name="PlaceHolder 4"/>
          <p:cNvSpPr>
            <a:spLocks noGrp="1"/>
          </p:cNvSpPr>
          <p:nvPr>
            <p:ph type="ftr" idx="8"/>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19" name="PlaceHolder 5"/>
          <p:cNvSpPr>
            <a:spLocks noGrp="1"/>
          </p:cNvSpPr>
          <p:nvPr>
            <p:ph type="sldNum" idx="9"/>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pic>
        <p:nvPicPr>
          <p:cNvPr id="20" name="Picture 10"/>
          <p:cNvPicPr/>
          <p:nvPr/>
        </p:nvPicPr>
        <p:blipFill>
          <a:blip r:embed="rId2"/>
          <a:stretch/>
        </p:blipFill>
        <p:spPr>
          <a:xfrm>
            <a:off x="0" y="0"/>
            <a:ext cx="12184920" cy="6850800"/>
          </a:xfrm>
          <a:prstGeom prst="rect">
            <a:avLst/>
          </a:prstGeom>
          <a:noFill/>
          <a:ln w="9525">
            <a:noFill/>
          </a:ln>
        </p:spPr>
      </p:pic>
      <p:sp>
        <p:nvSpPr>
          <p:cNvPr id="21" name="PlaceHolder 1"/>
          <p:cNvSpPr>
            <a:spLocks noGrp="1"/>
          </p:cNvSpPr>
          <p:nvPr>
            <p:ph type="title"/>
          </p:nvPr>
        </p:nvSpPr>
        <p:spPr>
          <a:xfrm>
            <a:off x="609480" y="190440"/>
            <a:ext cx="10965600" cy="575280"/>
          </a:xfrm>
          <a:prstGeom prst="rect">
            <a:avLst/>
          </a:prstGeom>
          <a:noFill/>
          <a:ln w="9360">
            <a:noFill/>
          </a:ln>
        </p:spPr>
        <p:txBody>
          <a:bodyPr lIns="90000" rIns="90000" tIns="45000" bIns="45000" anchor="ctr">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22" name="PlaceHolder 2"/>
          <p:cNvSpPr>
            <a:spLocks noGrp="1"/>
          </p:cNvSpPr>
          <p:nvPr>
            <p:ph type="body"/>
          </p:nvPr>
        </p:nvSpPr>
        <p:spPr>
          <a:xfrm>
            <a:off x="609480" y="1174680"/>
            <a:ext cx="10965600" cy="494568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23" name="PlaceHolder 3"/>
          <p:cNvSpPr>
            <a:spLocks noGrp="1"/>
          </p:cNvSpPr>
          <p:nvPr>
            <p:ph type="dt" idx="10"/>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24" name="PlaceHolder 4"/>
          <p:cNvSpPr>
            <a:spLocks noGrp="1"/>
          </p:cNvSpPr>
          <p:nvPr>
            <p:ph type="ftr" idx="11"/>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2"/>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pic>
        <p:nvPicPr>
          <p:cNvPr id="26" name="Picture 10"/>
          <p:cNvPicPr/>
          <p:nvPr/>
        </p:nvPicPr>
        <p:blipFill>
          <a:blip r:embed="rId2"/>
          <a:stretch/>
        </p:blipFill>
        <p:spPr>
          <a:xfrm>
            <a:off x="0" y="0"/>
            <a:ext cx="12184920" cy="6850800"/>
          </a:xfrm>
          <a:prstGeom prst="rect">
            <a:avLst/>
          </a:prstGeom>
          <a:noFill/>
          <a:ln w="9525">
            <a:noFill/>
          </a:ln>
        </p:spPr>
      </p:pic>
      <p:sp>
        <p:nvSpPr>
          <p:cNvPr id="27" name="PlaceHolder 1"/>
          <p:cNvSpPr>
            <a:spLocks noGrp="1"/>
          </p:cNvSpPr>
          <p:nvPr>
            <p:ph type="title"/>
          </p:nvPr>
        </p:nvSpPr>
        <p:spPr>
          <a:xfrm>
            <a:off x="831960" y="1709640"/>
            <a:ext cx="10508400" cy="2845440"/>
          </a:xfrm>
          <a:prstGeom prst="rect">
            <a:avLst/>
          </a:prstGeom>
          <a:noFill/>
          <a:ln w="9360">
            <a:noFill/>
          </a:ln>
        </p:spPr>
        <p:txBody>
          <a:bodyPr lIns="90000" rIns="90000" tIns="45000" bIns="45000" anchor="b">
            <a:noAutofit/>
          </a:bodyPr>
          <a:p>
            <a:pPr indent="0">
              <a:lnSpc>
                <a:spcPct val="100000"/>
              </a:lnSpc>
              <a:buNone/>
              <a:tabLst>
                <a:tab algn="l" pos="0"/>
              </a:tabLst>
            </a:pPr>
            <a:r>
              <a:rPr lang="en-US" sz="6000" b="0" u="none" strike="noStrike">
                <a:solidFill>
                  <a:schemeClr val="dk1"/>
                </a:solidFill>
                <a:effectLst/>
                <a:uFillTx/>
                <a:latin typeface="Arial"/>
                <a:ea typeface="SimSun"/>
              </a:rPr>
              <a:t>Click to edit Master title style</a:t>
            </a:r>
            <a:endParaRPr lang="en-US" sz="6000" b="0" u="none" strike="noStrike">
              <a:solidFill>
                <a:srgbClr val="000000"/>
              </a:solidFill>
              <a:effectLst/>
              <a:uFillTx/>
              <a:latin typeface="Arial"/>
            </a:endParaRPr>
          </a:p>
        </p:txBody>
      </p:sp>
      <p:sp>
        <p:nvSpPr>
          <p:cNvPr id="28" name="PlaceHolder 2"/>
          <p:cNvSpPr>
            <a:spLocks noGrp="1"/>
          </p:cNvSpPr>
          <p:nvPr>
            <p:ph type="body"/>
          </p:nvPr>
        </p:nvSpPr>
        <p:spPr>
          <a:xfrm>
            <a:off x="831960" y="4589640"/>
            <a:ext cx="10508400" cy="1492920"/>
          </a:xfrm>
          <a:prstGeom prst="rect">
            <a:avLst/>
          </a:prstGeom>
          <a:noFill/>
          <a:ln w="9360">
            <a:noFill/>
          </a:ln>
        </p:spPr>
        <p:txBody>
          <a:bodyPr lIns="90000" rIns="90000" tIns="45000" bIns="45000" anchor="t">
            <a:noAutofit/>
          </a:bodyPr>
          <a:p>
            <a:pPr indent="0">
              <a:lnSpc>
                <a:spcPct val="100000"/>
              </a:lnSpc>
              <a:spcBef>
                <a:spcPts val="479"/>
              </a:spcBef>
              <a:buNone/>
              <a:tabLst>
                <a:tab algn="l" pos="0"/>
              </a:tabLst>
            </a:pPr>
            <a:r>
              <a:rPr lang="en-US" sz="2400" b="0" u="none" strike="noStrike">
                <a:solidFill>
                  <a:schemeClr val="dk1"/>
                </a:solidFill>
                <a:effectLst/>
                <a:uFillTx/>
                <a:latin typeface="Arial"/>
                <a:ea typeface="SimSun"/>
              </a:rPr>
              <a:t>Click to edit Master text styles</a:t>
            </a:r>
            <a:endParaRPr lang="en-US" sz="2400" b="0" u="none" strike="noStrike">
              <a:solidFill>
                <a:srgbClr val="000000"/>
              </a:solidFill>
              <a:effectLst/>
              <a:uFillTx/>
              <a:latin typeface="Arial"/>
            </a:endParaRPr>
          </a:p>
        </p:txBody>
      </p:sp>
      <p:sp>
        <p:nvSpPr>
          <p:cNvPr id="29" name="PlaceHolder 3"/>
          <p:cNvSpPr>
            <a:spLocks noGrp="1"/>
          </p:cNvSpPr>
          <p:nvPr>
            <p:ph type="dt" idx="13"/>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30" name="PlaceHolder 4"/>
          <p:cNvSpPr>
            <a:spLocks noGrp="1"/>
          </p:cNvSpPr>
          <p:nvPr>
            <p:ph type="ftr" idx="14"/>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31" name="PlaceHolder 5"/>
          <p:cNvSpPr>
            <a:spLocks noGrp="1"/>
          </p:cNvSpPr>
          <p:nvPr>
            <p:ph type="sldNum" idx="15"/>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pic>
        <p:nvPicPr>
          <p:cNvPr id="32" name="Picture 10"/>
          <p:cNvPicPr/>
          <p:nvPr/>
        </p:nvPicPr>
        <p:blipFill>
          <a:blip r:embed="rId2"/>
          <a:stretch/>
        </p:blipFill>
        <p:spPr>
          <a:xfrm>
            <a:off x="0" y="0"/>
            <a:ext cx="12184920" cy="6850800"/>
          </a:xfrm>
          <a:prstGeom prst="rect">
            <a:avLst/>
          </a:prstGeom>
          <a:noFill/>
          <a:ln w="9525">
            <a:noFill/>
          </a:ln>
        </p:spPr>
      </p:pic>
      <p:sp>
        <p:nvSpPr>
          <p:cNvPr id="33" name="PlaceHolder 1"/>
          <p:cNvSpPr>
            <a:spLocks noGrp="1"/>
          </p:cNvSpPr>
          <p:nvPr>
            <p:ph type="title"/>
          </p:nvPr>
        </p:nvSpPr>
        <p:spPr>
          <a:xfrm>
            <a:off x="609480" y="190440"/>
            <a:ext cx="10965600" cy="575280"/>
          </a:xfrm>
          <a:prstGeom prst="rect">
            <a:avLst/>
          </a:prstGeom>
          <a:noFill/>
          <a:ln w="9360">
            <a:noFill/>
          </a:ln>
        </p:spPr>
        <p:txBody>
          <a:bodyPr lIns="90000" rIns="90000" tIns="45000" bIns="45000" anchor="ctr">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34" name="PlaceHolder 2"/>
          <p:cNvSpPr>
            <a:spLocks noGrp="1"/>
          </p:cNvSpPr>
          <p:nvPr>
            <p:ph type="dt" idx="16"/>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35" name="PlaceHolder 3"/>
          <p:cNvSpPr>
            <a:spLocks noGrp="1"/>
          </p:cNvSpPr>
          <p:nvPr>
            <p:ph type="ftr" idx="17"/>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36" name="PlaceHolder 4"/>
          <p:cNvSpPr>
            <a:spLocks noGrp="1"/>
          </p:cNvSpPr>
          <p:nvPr>
            <p:ph type="sldNum" idx="18"/>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pic>
        <p:nvPicPr>
          <p:cNvPr id="37" name="Picture 10"/>
          <p:cNvPicPr/>
          <p:nvPr/>
        </p:nvPicPr>
        <p:blipFill>
          <a:blip r:embed="rId2"/>
          <a:stretch/>
        </p:blipFill>
        <p:spPr>
          <a:xfrm>
            <a:off x="0" y="0"/>
            <a:ext cx="12184920" cy="6850800"/>
          </a:xfrm>
          <a:prstGeom prst="rect">
            <a:avLst/>
          </a:prstGeom>
          <a:noFill/>
          <a:ln w="9525">
            <a:noFill/>
          </a:ln>
        </p:spPr>
      </p:pic>
      <p:sp>
        <p:nvSpPr>
          <p:cNvPr id="38" name="PlaceHolder 1"/>
          <p:cNvSpPr>
            <a:spLocks noGrp="1"/>
          </p:cNvSpPr>
          <p:nvPr>
            <p:ph type="title"/>
          </p:nvPr>
        </p:nvSpPr>
        <p:spPr>
          <a:xfrm>
            <a:off x="609480" y="190440"/>
            <a:ext cx="10965600" cy="575280"/>
          </a:xfrm>
          <a:prstGeom prst="rect">
            <a:avLst/>
          </a:prstGeom>
          <a:noFill/>
          <a:ln w="9360">
            <a:noFill/>
          </a:ln>
        </p:spPr>
        <p:txBody>
          <a:bodyPr lIns="90000" rIns="90000" tIns="45000" bIns="45000" anchor="ctr">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39" name="PlaceHolder 2"/>
          <p:cNvSpPr>
            <a:spLocks noGrp="1"/>
          </p:cNvSpPr>
          <p:nvPr>
            <p:ph type="body"/>
          </p:nvPr>
        </p:nvSpPr>
        <p:spPr>
          <a:xfrm>
            <a:off x="609480" y="1174680"/>
            <a:ext cx="5377680" cy="494568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40" name="PlaceHolder 3"/>
          <p:cNvSpPr>
            <a:spLocks noGrp="1"/>
          </p:cNvSpPr>
          <p:nvPr>
            <p:ph type="body"/>
          </p:nvPr>
        </p:nvSpPr>
        <p:spPr>
          <a:xfrm>
            <a:off x="6197760" y="1174680"/>
            <a:ext cx="5377680" cy="494568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41" name="PlaceHolder 4"/>
          <p:cNvSpPr>
            <a:spLocks noGrp="1"/>
          </p:cNvSpPr>
          <p:nvPr>
            <p:ph type="dt" idx="19"/>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42" name="PlaceHolder 5"/>
          <p:cNvSpPr>
            <a:spLocks noGrp="1"/>
          </p:cNvSpPr>
          <p:nvPr>
            <p:ph type="ftr" idx="20"/>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43" name="PlaceHolder 6"/>
          <p:cNvSpPr>
            <a:spLocks noGrp="1"/>
          </p:cNvSpPr>
          <p:nvPr>
            <p:ph type="sldNum" idx="21"/>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pic>
        <p:nvPicPr>
          <p:cNvPr id="44" name="Picture 10"/>
          <p:cNvPicPr/>
          <p:nvPr/>
        </p:nvPicPr>
        <p:blipFill>
          <a:blip r:embed="rId2"/>
          <a:stretch/>
        </p:blipFill>
        <p:spPr>
          <a:xfrm>
            <a:off x="0" y="0"/>
            <a:ext cx="12184920" cy="6850800"/>
          </a:xfrm>
          <a:prstGeom prst="rect">
            <a:avLst/>
          </a:prstGeom>
          <a:noFill/>
          <a:ln w="9525">
            <a:noFill/>
          </a:ln>
        </p:spPr>
      </p:pic>
      <p:sp>
        <p:nvSpPr>
          <p:cNvPr id="45" name="PlaceHolder 1"/>
          <p:cNvSpPr>
            <a:spLocks noGrp="1"/>
          </p:cNvSpPr>
          <p:nvPr>
            <p:ph type="title"/>
          </p:nvPr>
        </p:nvSpPr>
        <p:spPr>
          <a:xfrm>
            <a:off x="840240" y="365040"/>
            <a:ext cx="10508400" cy="1318320"/>
          </a:xfrm>
          <a:prstGeom prst="rect">
            <a:avLst/>
          </a:prstGeom>
          <a:noFill/>
          <a:ln w="9360">
            <a:noFill/>
          </a:ln>
        </p:spPr>
        <p:txBody>
          <a:bodyPr lIns="90000" rIns="90000" tIns="45000" bIns="45000" anchor="ctr">
            <a:noAutofit/>
          </a:bodyPr>
          <a:p>
            <a:pPr indent="0">
              <a:lnSpc>
                <a:spcPct val="100000"/>
              </a:lnSpc>
              <a:buNone/>
              <a:tabLst>
                <a:tab algn="l" pos="0"/>
              </a:tabLst>
            </a:pPr>
            <a:r>
              <a:rPr lang="en-US" sz="3600" b="0" u="none" strike="noStrike">
                <a:solidFill>
                  <a:schemeClr val="dk1"/>
                </a:solidFill>
                <a:effectLst/>
                <a:uFillTx/>
                <a:latin typeface="Arial"/>
                <a:ea typeface="SimSun"/>
              </a:rPr>
              <a:t>Click to edit Master title style</a:t>
            </a:r>
            <a:endParaRPr lang="en-US" sz="3600" b="0" u="none" strike="noStrike">
              <a:solidFill>
                <a:srgbClr val="000000"/>
              </a:solidFill>
              <a:effectLst/>
              <a:uFillTx/>
              <a:latin typeface="Arial"/>
            </a:endParaRPr>
          </a:p>
        </p:txBody>
      </p:sp>
      <p:sp>
        <p:nvSpPr>
          <p:cNvPr id="46" name="PlaceHolder 2"/>
          <p:cNvSpPr>
            <a:spLocks noGrp="1"/>
          </p:cNvSpPr>
          <p:nvPr>
            <p:ph type="body"/>
          </p:nvPr>
        </p:nvSpPr>
        <p:spPr>
          <a:xfrm>
            <a:off x="840240" y="1681200"/>
            <a:ext cx="5151240" cy="816840"/>
          </a:xfrm>
          <a:prstGeom prst="rect">
            <a:avLst/>
          </a:prstGeom>
          <a:noFill/>
          <a:ln w="9360">
            <a:noFill/>
          </a:ln>
        </p:spPr>
        <p:txBody>
          <a:bodyPr lIns="90000" rIns="90000" tIns="45000" bIns="45000" anchor="b">
            <a:noAutofit/>
          </a:bodyPr>
          <a:p>
            <a:pPr indent="0">
              <a:lnSpc>
                <a:spcPct val="100000"/>
              </a:lnSpc>
              <a:spcBef>
                <a:spcPts val="479"/>
              </a:spcBef>
              <a:buNone/>
              <a:tabLst>
                <a:tab algn="l" pos="0"/>
              </a:tabLst>
            </a:pPr>
            <a:r>
              <a:rPr lang="en-US" sz="2400" b="1" u="none" strike="noStrike">
                <a:solidFill>
                  <a:schemeClr val="dk1"/>
                </a:solidFill>
                <a:effectLst/>
                <a:uFillTx/>
                <a:latin typeface="Arial"/>
                <a:ea typeface="SimSun"/>
              </a:rPr>
              <a:t>Click to edit Master text styles</a:t>
            </a:r>
            <a:endParaRPr lang="en-US" sz="2400" b="0" u="none" strike="noStrike">
              <a:solidFill>
                <a:srgbClr val="000000"/>
              </a:solidFill>
              <a:effectLst/>
              <a:uFillTx/>
              <a:latin typeface="Arial"/>
            </a:endParaRPr>
          </a:p>
        </p:txBody>
      </p:sp>
      <p:sp>
        <p:nvSpPr>
          <p:cNvPr id="47" name="PlaceHolder 3"/>
          <p:cNvSpPr>
            <a:spLocks noGrp="1"/>
          </p:cNvSpPr>
          <p:nvPr>
            <p:ph type="body"/>
          </p:nvPr>
        </p:nvSpPr>
        <p:spPr>
          <a:xfrm>
            <a:off x="840240" y="2505240"/>
            <a:ext cx="5151240" cy="367740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48" name="PlaceHolder 4"/>
          <p:cNvSpPr>
            <a:spLocks noGrp="1"/>
          </p:cNvSpPr>
          <p:nvPr>
            <p:ph type="body"/>
          </p:nvPr>
        </p:nvSpPr>
        <p:spPr>
          <a:xfrm>
            <a:off x="6172200" y="1681200"/>
            <a:ext cx="5176440" cy="816840"/>
          </a:xfrm>
          <a:prstGeom prst="rect">
            <a:avLst/>
          </a:prstGeom>
          <a:noFill/>
          <a:ln w="9360">
            <a:noFill/>
          </a:ln>
        </p:spPr>
        <p:txBody>
          <a:bodyPr lIns="90000" rIns="90000" tIns="45000" bIns="45000" anchor="b">
            <a:noAutofit/>
          </a:bodyPr>
          <a:p>
            <a:pPr indent="0">
              <a:lnSpc>
                <a:spcPct val="100000"/>
              </a:lnSpc>
              <a:spcBef>
                <a:spcPts val="479"/>
              </a:spcBef>
              <a:buNone/>
              <a:tabLst>
                <a:tab algn="l" pos="0"/>
              </a:tabLst>
            </a:pPr>
            <a:r>
              <a:rPr lang="en-US" sz="2400" b="1" u="none" strike="noStrike">
                <a:solidFill>
                  <a:schemeClr val="dk1"/>
                </a:solidFill>
                <a:effectLst/>
                <a:uFillTx/>
                <a:latin typeface="Arial"/>
                <a:ea typeface="SimSun"/>
              </a:rPr>
              <a:t>Click to edit Master text styles</a:t>
            </a:r>
            <a:endParaRPr lang="en-US" sz="2400" b="0" u="none" strike="noStrike">
              <a:solidFill>
                <a:srgbClr val="000000"/>
              </a:solidFill>
              <a:effectLst/>
              <a:uFillTx/>
              <a:latin typeface="Arial"/>
            </a:endParaRPr>
          </a:p>
        </p:txBody>
      </p:sp>
      <p:sp>
        <p:nvSpPr>
          <p:cNvPr id="49" name="PlaceHolder 5"/>
          <p:cNvSpPr>
            <a:spLocks noGrp="1"/>
          </p:cNvSpPr>
          <p:nvPr>
            <p:ph type="body"/>
          </p:nvPr>
        </p:nvSpPr>
        <p:spPr>
          <a:xfrm>
            <a:off x="6172200" y="2505240"/>
            <a:ext cx="5176440" cy="367740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50" name="PlaceHolder 6"/>
          <p:cNvSpPr>
            <a:spLocks noGrp="1"/>
          </p:cNvSpPr>
          <p:nvPr>
            <p:ph type="dt" idx="22"/>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51" name="PlaceHolder 7"/>
          <p:cNvSpPr>
            <a:spLocks noGrp="1"/>
          </p:cNvSpPr>
          <p:nvPr>
            <p:ph type="ftr" idx="23"/>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52" name="PlaceHolder 8"/>
          <p:cNvSpPr>
            <a:spLocks noGrp="1"/>
          </p:cNvSpPr>
          <p:nvPr>
            <p:ph type="sldNum" idx="24"/>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pic>
        <p:nvPicPr>
          <p:cNvPr id="53" name="Picture 10"/>
          <p:cNvPicPr/>
          <p:nvPr/>
        </p:nvPicPr>
        <p:blipFill>
          <a:blip r:embed="rId2"/>
          <a:stretch/>
        </p:blipFill>
        <p:spPr>
          <a:xfrm>
            <a:off x="0" y="0"/>
            <a:ext cx="12184920" cy="6850800"/>
          </a:xfrm>
          <a:prstGeom prst="rect">
            <a:avLst/>
          </a:prstGeom>
          <a:noFill/>
          <a:ln w="9525">
            <a:noFill/>
          </a:ln>
        </p:spPr>
      </p:pic>
      <p:sp>
        <p:nvSpPr>
          <p:cNvPr id="54" name="PlaceHolder 1"/>
          <p:cNvSpPr>
            <a:spLocks noGrp="1"/>
          </p:cNvSpPr>
          <p:nvPr>
            <p:ph type="dt" idx="25"/>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55" name="PlaceHolder 2"/>
          <p:cNvSpPr>
            <a:spLocks noGrp="1"/>
          </p:cNvSpPr>
          <p:nvPr>
            <p:ph type="ftr" idx="26"/>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56" name="PlaceHolder 3"/>
          <p:cNvSpPr>
            <a:spLocks noGrp="1"/>
          </p:cNvSpPr>
          <p:nvPr>
            <p:ph type="sldNum" idx="27"/>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pic>
        <p:nvPicPr>
          <p:cNvPr id="57" name="Picture 10"/>
          <p:cNvPicPr/>
          <p:nvPr/>
        </p:nvPicPr>
        <p:blipFill>
          <a:blip r:embed="rId2"/>
          <a:stretch/>
        </p:blipFill>
        <p:spPr>
          <a:xfrm>
            <a:off x="0" y="0"/>
            <a:ext cx="12184920" cy="6850800"/>
          </a:xfrm>
          <a:prstGeom prst="rect">
            <a:avLst/>
          </a:prstGeom>
          <a:noFill/>
          <a:ln w="9525">
            <a:noFill/>
          </a:ln>
        </p:spPr>
      </p:pic>
      <p:sp>
        <p:nvSpPr>
          <p:cNvPr id="58" name="PlaceHolder 1"/>
          <p:cNvSpPr>
            <a:spLocks noGrp="1"/>
          </p:cNvSpPr>
          <p:nvPr>
            <p:ph type="title"/>
          </p:nvPr>
        </p:nvSpPr>
        <p:spPr>
          <a:xfrm>
            <a:off x="840240" y="457200"/>
            <a:ext cx="3925440" cy="1593000"/>
          </a:xfrm>
          <a:prstGeom prst="rect">
            <a:avLst/>
          </a:prstGeom>
          <a:noFill/>
          <a:ln w="9360">
            <a:noFill/>
          </a:ln>
        </p:spPr>
        <p:txBody>
          <a:bodyPr lIns="90000" rIns="90000" tIns="45000" bIns="45000" anchor="b">
            <a:noAutofit/>
          </a:bodyPr>
          <a:p>
            <a:pPr indent="0">
              <a:lnSpc>
                <a:spcPct val="100000"/>
              </a:lnSpc>
              <a:buNone/>
              <a:tabLst>
                <a:tab algn="l" pos="0"/>
              </a:tabLst>
            </a:pPr>
            <a:r>
              <a:rPr lang="en-US" sz="3200" b="0" u="none" strike="noStrike">
                <a:solidFill>
                  <a:schemeClr val="dk1"/>
                </a:solidFill>
                <a:effectLst/>
                <a:uFillTx/>
                <a:latin typeface="Arial"/>
                <a:ea typeface="SimSun"/>
              </a:rPr>
              <a:t>Click to edit Master title style</a:t>
            </a:r>
            <a:endParaRPr lang="en-US" sz="3200" b="0" u="none" strike="noStrike">
              <a:solidFill>
                <a:srgbClr val="000000"/>
              </a:solidFill>
              <a:effectLst/>
              <a:uFillTx/>
              <a:latin typeface="Arial"/>
            </a:endParaRPr>
          </a:p>
        </p:txBody>
      </p:sp>
      <p:sp>
        <p:nvSpPr>
          <p:cNvPr id="59" name="PlaceHolder 2"/>
          <p:cNvSpPr>
            <a:spLocks noGrp="1"/>
          </p:cNvSpPr>
          <p:nvPr>
            <p:ph type="body"/>
          </p:nvPr>
        </p:nvSpPr>
        <p:spPr>
          <a:xfrm>
            <a:off x="5183640" y="987480"/>
            <a:ext cx="6165000" cy="4866480"/>
          </a:xfrm>
          <a:prstGeom prst="rect">
            <a:avLst/>
          </a:prstGeom>
          <a:noFill/>
          <a:ln w="9360">
            <a:noFill/>
          </a:ln>
        </p:spPr>
        <p:txBody>
          <a:bodyPr lIns="90000" rIns="90000" tIns="45000" bIns="45000" anchor="t">
            <a:noAutofit/>
          </a:bodyPr>
          <a:p>
            <a:pPr marL="343080" indent="-343080">
              <a:lnSpc>
                <a:spcPct val="100000"/>
              </a:lnSpc>
              <a:spcBef>
                <a:spcPts val="641"/>
              </a:spcBef>
              <a:buClr>
                <a:srgbClr val="000000"/>
              </a:buClr>
              <a:buFont typeface="Symbol" charset="2"/>
              <a:buChar char=""/>
            </a:pPr>
            <a:r>
              <a:rPr lang="en-US" sz="3200" b="0" u="none" strike="noStrike">
                <a:solidFill>
                  <a:schemeClr val="dk1"/>
                </a:solidFill>
                <a:effectLst/>
                <a:uFillTx/>
                <a:latin typeface="Arial"/>
                <a:ea typeface="SimSun"/>
              </a:rPr>
              <a:t>Click to edit Master text styles</a:t>
            </a:r>
            <a:endParaRPr lang="en-US" sz="3200" b="0" u="none" strike="noStrike">
              <a:solidFill>
                <a:srgbClr val="000000"/>
              </a:solidFill>
              <a:effectLst/>
              <a:uFillTx/>
              <a:latin typeface="Arial"/>
            </a:endParaRPr>
          </a:p>
          <a:p>
            <a:pPr marL="743040" lvl="1" indent="-285840">
              <a:lnSpc>
                <a:spcPct val="100000"/>
              </a:lnSpc>
              <a:spcBef>
                <a:spcPts val="561"/>
              </a:spcBef>
              <a:buClr>
                <a:srgbClr val="000000"/>
              </a:buClr>
              <a:buFont typeface="Symbol" charset="2"/>
              <a:buChar char=""/>
            </a:pPr>
            <a:r>
              <a:rPr lang="en-US" sz="2800" b="0" u="none" strike="noStrike">
                <a:solidFill>
                  <a:schemeClr val="dk1"/>
                </a:solidFill>
                <a:effectLst/>
                <a:uFillTx/>
                <a:latin typeface="Arial"/>
                <a:ea typeface="SimSun"/>
              </a:rPr>
              <a:t>Second level</a:t>
            </a:r>
            <a:endParaRPr lang="en-US" sz="2800" b="0" u="none" strike="noStrike">
              <a:solidFill>
                <a:srgbClr val="000000"/>
              </a:solidFill>
              <a:effectLst/>
              <a:uFillTx/>
              <a:latin typeface="Arial"/>
            </a:endParaRPr>
          </a:p>
          <a:p>
            <a:pPr marL="1143000" lvl="2" indent="-228600">
              <a:lnSpc>
                <a:spcPct val="100000"/>
              </a:lnSpc>
              <a:spcBef>
                <a:spcPts val="479"/>
              </a:spcBef>
              <a:buClr>
                <a:srgbClr val="000000"/>
              </a:buClr>
              <a:buFont typeface="Symbol" charset="2"/>
              <a:buChar char=""/>
            </a:pPr>
            <a:r>
              <a:rPr lang="en-US" sz="2400" b="0" u="none" strike="noStrike">
                <a:solidFill>
                  <a:schemeClr val="dk1"/>
                </a:solidFill>
                <a:effectLst/>
                <a:uFillTx/>
                <a:latin typeface="Arial"/>
                <a:ea typeface="SimSun"/>
              </a:rPr>
              <a:t>Third level</a:t>
            </a:r>
            <a:endParaRPr lang="en-US" sz="2400" b="0" u="none" strike="noStrike">
              <a:solidFill>
                <a:srgbClr val="000000"/>
              </a:solidFill>
              <a:effectLst/>
              <a:uFillTx/>
              <a:latin typeface="Arial"/>
            </a:endParaRPr>
          </a:p>
          <a:p>
            <a:pPr marL="1600200" lvl="3" indent="-228600">
              <a:lnSpc>
                <a:spcPct val="100000"/>
              </a:lnSpc>
              <a:spcBef>
                <a:spcPts val="400"/>
              </a:spcBef>
              <a:buClr>
                <a:srgbClr val="000000"/>
              </a:buClr>
              <a:buFont typeface="Symbol" charset="2"/>
              <a:buChar char=""/>
            </a:pPr>
            <a:r>
              <a:rPr lang="en-US" sz="2000" b="0" u="none" strike="noStrike">
                <a:solidFill>
                  <a:schemeClr val="dk1"/>
                </a:solidFill>
                <a:effectLst/>
                <a:uFillTx/>
                <a:latin typeface="Arial"/>
                <a:ea typeface="SimSun"/>
              </a:rPr>
              <a:t>Fourth level</a:t>
            </a:r>
            <a:endParaRPr lang="en-US" sz="2000" b="0" u="none" strike="noStrike">
              <a:solidFill>
                <a:srgbClr val="000000"/>
              </a:solidFill>
              <a:effectLst/>
              <a:uFillTx/>
              <a:latin typeface="Arial"/>
            </a:endParaRPr>
          </a:p>
          <a:p>
            <a:pPr marL="2057400" lvl="4" indent="-228600">
              <a:lnSpc>
                <a:spcPct val="100000"/>
              </a:lnSpc>
              <a:spcBef>
                <a:spcPts val="400"/>
              </a:spcBef>
              <a:buClr>
                <a:srgbClr val="000000"/>
              </a:buClr>
              <a:buFont typeface="OpenSymbol"/>
              <a:buChar char="»"/>
            </a:pPr>
            <a:r>
              <a:rPr lang="en-US" sz="2000" b="0" u="none" strike="noStrike">
                <a:solidFill>
                  <a:schemeClr val="dk1"/>
                </a:solidFill>
                <a:effectLst/>
                <a:uFillTx/>
                <a:latin typeface="Arial"/>
                <a:ea typeface="SimSun"/>
              </a:rPr>
              <a:t>Fifth level</a:t>
            </a:r>
            <a:endParaRPr lang="en-US" sz="2000" b="0" u="none" strike="noStrike">
              <a:solidFill>
                <a:srgbClr val="000000"/>
              </a:solidFill>
              <a:effectLst/>
              <a:uFillTx/>
              <a:latin typeface="Arial"/>
            </a:endParaRPr>
          </a:p>
        </p:txBody>
      </p:sp>
      <p:sp>
        <p:nvSpPr>
          <p:cNvPr id="60" name="PlaceHolder 3"/>
          <p:cNvSpPr>
            <a:spLocks noGrp="1"/>
          </p:cNvSpPr>
          <p:nvPr>
            <p:ph type="body"/>
          </p:nvPr>
        </p:nvSpPr>
        <p:spPr>
          <a:xfrm>
            <a:off x="840240" y="2057400"/>
            <a:ext cx="3925440" cy="3804480"/>
          </a:xfrm>
          <a:prstGeom prst="rect">
            <a:avLst/>
          </a:prstGeom>
          <a:noFill/>
          <a:ln w="9360">
            <a:noFill/>
          </a:ln>
        </p:spPr>
        <p:txBody>
          <a:bodyPr lIns="90000" rIns="90000" tIns="45000" bIns="45000" anchor="t">
            <a:noAutofit/>
          </a:bodyPr>
          <a:p>
            <a:pPr indent="0">
              <a:lnSpc>
                <a:spcPct val="100000"/>
              </a:lnSpc>
              <a:spcBef>
                <a:spcPts val="320"/>
              </a:spcBef>
              <a:buNone/>
              <a:tabLst>
                <a:tab algn="l" pos="0"/>
              </a:tabLst>
            </a:pPr>
            <a:r>
              <a:rPr lang="en-US" sz="1600" b="0" u="none" strike="noStrike">
                <a:solidFill>
                  <a:schemeClr val="dk1"/>
                </a:solidFill>
                <a:effectLst/>
                <a:uFillTx/>
                <a:latin typeface="Arial"/>
                <a:ea typeface="SimSun"/>
              </a:rPr>
              <a:t>Click to edit Master text styles</a:t>
            </a:r>
            <a:endParaRPr lang="en-US" sz="1600" b="0" u="none" strike="noStrike">
              <a:solidFill>
                <a:srgbClr val="000000"/>
              </a:solidFill>
              <a:effectLst/>
              <a:uFillTx/>
              <a:latin typeface="Arial"/>
            </a:endParaRPr>
          </a:p>
        </p:txBody>
      </p:sp>
      <p:sp>
        <p:nvSpPr>
          <p:cNvPr id="61" name="PlaceHolder 4"/>
          <p:cNvSpPr>
            <a:spLocks noGrp="1"/>
          </p:cNvSpPr>
          <p:nvPr>
            <p:ph type="dt" idx="28"/>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62" name="PlaceHolder 5"/>
          <p:cNvSpPr>
            <a:spLocks noGrp="1"/>
          </p:cNvSpPr>
          <p:nvPr>
            <p:ph type="ftr" idx="29"/>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63" name="PlaceHolder 6"/>
          <p:cNvSpPr>
            <a:spLocks noGrp="1"/>
          </p:cNvSpPr>
          <p:nvPr>
            <p:ph type="sldNum" idx="30"/>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pic>
        <p:nvPicPr>
          <p:cNvPr id="64" name="Picture 10"/>
          <p:cNvPicPr/>
          <p:nvPr/>
        </p:nvPicPr>
        <p:blipFill>
          <a:blip r:embed="rId2"/>
          <a:stretch/>
        </p:blipFill>
        <p:spPr>
          <a:xfrm>
            <a:off x="0" y="0"/>
            <a:ext cx="12184920" cy="6850800"/>
          </a:xfrm>
          <a:prstGeom prst="rect">
            <a:avLst/>
          </a:prstGeom>
          <a:noFill/>
          <a:ln w="9525">
            <a:noFill/>
          </a:ln>
        </p:spPr>
      </p:pic>
      <p:sp>
        <p:nvSpPr>
          <p:cNvPr id="65" name="PlaceHolder 1"/>
          <p:cNvSpPr>
            <a:spLocks noGrp="1"/>
          </p:cNvSpPr>
          <p:nvPr>
            <p:ph type="title"/>
          </p:nvPr>
        </p:nvSpPr>
        <p:spPr>
          <a:xfrm>
            <a:off x="840240" y="457200"/>
            <a:ext cx="3925440" cy="1593000"/>
          </a:xfrm>
          <a:prstGeom prst="rect">
            <a:avLst/>
          </a:prstGeom>
          <a:noFill/>
          <a:ln w="9360">
            <a:noFill/>
          </a:ln>
        </p:spPr>
        <p:txBody>
          <a:bodyPr lIns="90000" rIns="90000" tIns="45000" bIns="45000" anchor="b">
            <a:noAutofit/>
          </a:bodyPr>
          <a:p>
            <a:pPr indent="0">
              <a:lnSpc>
                <a:spcPct val="100000"/>
              </a:lnSpc>
              <a:buNone/>
              <a:tabLst>
                <a:tab algn="l" pos="0"/>
              </a:tabLst>
            </a:pPr>
            <a:r>
              <a:rPr lang="en-US" sz="3200" b="0" u="none" strike="noStrike">
                <a:solidFill>
                  <a:schemeClr val="dk1"/>
                </a:solidFill>
                <a:effectLst/>
                <a:uFillTx/>
                <a:latin typeface="Arial"/>
                <a:ea typeface="SimSun"/>
              </a:rPr>
              <a:t>Click to edit Master title style</a:t>
            </a:r>
            <a:endParaRPr lang="en-US" sz="3200" b="0" u="none" strike="noStrike">
              <a:solidFill>
                <a:srgbClr val="000000"/>
              </a:solidFill>
              <a:effectLst/>
              <a:uFillTx/>
              <a:latin typeface="Arial"/>
            </a:endParaRPr>
          </a:p>
        </p:txBody>
      </p:sp>
      <p:sp>
        <p:nvSpPr>
          <p:cNvPr id="66" name="PlaceHolder 2"/>
          <p:cNvSpPr>
            <a:spLocks noGrp="1"/>
          </p:cNvSpPr>
          <p:nvPr>
            <p:ph type="body"/>
          </p:nvPr>
        </p:nvSpPr>
        <p:spPr>
          <a:xfrm>
            <a:off x="5183640" y="987480"/>
            <a:ext cx="6165000" cy="4866480"/>
          </a:xfrm>
          <a:prstGeom prst="rect">
            <a:avLst/>
          </a:prstGeom>
          <a:noFill/>
          <a:ln w="0">
            <a:noFill/>
          </a:ln>
        </p:spPr>
        <p:txBody>
          <a:bodyPr numCol="1" spcCol="0" lIns="91440" rIns="91440" tIns="45720" bIns="45720" anchor="t">
            <a:noAutofit/>
          </a:bodyPr>
          <a:p>
            <a:pPr marL="431640" indent="-324000">
              <a:lnSpc>
                <a:spcPct val="100000"/>
              </a:lnSpc>
              <a:spcBef>
                <a:spcPts val="1414"/>
              </a:spcBef>
              <a:buClr>
                <a:srgbClr val="000000"/>
              </a:buClr>
              <a:buSzPct val="45000"/>
              <a:buFont typeface="Wingdings" charset="2"/>
              <a:buChar char=""/>
            </a:pPr>
            <a:r>
              <a:rPr lang="en-US" sz="3200" b="0" u="none" strike="noStrike">
                <a:solidFill>
                  <a:schemeClr val="dk1"/>
                </a:solidFill>
                <a:effectLst/>
                <a:uFillTx/>
                <a:latin typeface="Arial"/>
              </a:rPr>
              <a:t>Click to edit the outline text format</a:t>
            </a:r>
            <a:endParaRPr lang="en-US" sz="3200" b="0" u="none" strike="noStrike">
              <a:solidFill>
                <a:srgbClr val="000000"/>
              </a:solidFill>
              <a:effectLst/>
              <a:uFillTx/>
              <a:latin typeface="Arial"/>
            </a:endParaRPr>
          </a:p>
          <a:p>
            <a:pPr marL="864360" lvl="1" indent="-324000">
              <a:lnSpc>
                <a:spcPct val="100000"/>
              </a:lnSpc>
              <a:spcBef>
                <a:spcPts val="1134"/>
              </a:spcBef>
              <a:buClr>
                <a:srgbClr val="000000"/>
              </a:buClr>
              <a:buSzPct val="75000"/>
              <a:buFont typeface="Symbol" charset="2"/>
              <a:buChar char=""/>
            </a:pPr>
            <a:r>
              <a:rPr lang="en-US" sz="3200" b="0" u="none" strike="noStrike">
                <a:solidFill>
                  <a:schemeClr val="dk1"/>
                </a:solidFill>
                <a:effectLst/>
                <a:uFillTx/>
                <a:latin typeface="Arial"/>
              </a:rPr>
              <a:t>Second Outline Level</a:t>
            </a:r>
            <a:endParaRPr lang="en-US" sz="3200" b="0" u="none" strike="noStrike">
              <a:solidFill>
                <a:srgbClr val="000000"/>
              </a:solidFill>
              <a:effectLst/>
              <a:uFillTx/>
              <a:latin typeface="Arial"/>
            </a:endParaRPr>
          </a:p>
          <a:p>
            <a:pPr marL="1296000" lvl="2" indent="-288360">
              <a:lnSpc>
                <a:spcPct val="100000"/>
              </a:lnSpc>
              <a:spcBef>
                <a:spcPts val="850"/>
              </a:spcBef>
              <a:buClr>
                <a:srgbClr val="000000"/>
              </a:buClr>
              <a:buSzPct val="45000"/>
              <a:buFont typeface="Wingdings" charset="2"/>
              <a:buChar char=""/>
            </a:pPr>
            <a:r>
              <a:rPr lang="en-US" sz="3200" b="0" u="none" strike="noStrike">
                <a:solidFill>
                  <a:schemeClr val="dk1"/>
                </a:solidFill>
                <a:effectLst/>
                <a:uFillTx/>
                <a:latin typeface="Arial"/>
              </a:rPr>
              <a:t>Third Outline Level</a:t>
            </a:r>
            <a:endParaRPr lang="en-US" sz="3200" b="0" u="none" strike="noStrike">
              <a:solidFill>
                <a:srgbClr val="000000"/>
              </a:solidFill>
              <a:effectLst/>
              <a:uFillTx/>
              <a:latin typeface="Arial"/>
            </a:endParaRPr>
          </a:p>
          <a:p>
            <a:pPr marL="1728000" lvl="3" indent="-216000">
              <a:lnSpc>
                <a:spcPct val="100000"/>
              </a:lnSpc>
              <a:spcBef>
                <a:spcPts val="564"/>
              </a:spcBef>
              <a:buClr>
                <a:srgbClr val="000000"/>
              </a:buClr>
              <a:buSzPct val="75000"/>
              <a:buFont typeface="Symbol" charset="2"/>
              <a:buChar char=""/>
            </a:pPr>
            <a:r>
              <a:rPr lang="en-US" sz="3200" b="0" u="none" strike="noStrike">
                <a:solidFill>
                  <a:schemeClr val="dk1"/>
                </a:solidFill>
                <a:effectLst/>
                <a:uFillTx/>
                <a:latin typeface="Arial"/>
              </a:rPr>
              <a:t>Fourth Outline Level</a:t>
            </a:r>
            <a:endParaRPr lang="en-US" sz="3200" b="0" u="none" strike="noStrike">
              <a:solidFill>
                <a:srgbClr val="000000"/>
              </a:solidFill>
              <a:effectLst/>
              <a:uFillTx/>
              <a:latin typeface="Arial"/>
            </a:endParaRPr>
          </a:p>
          <a:p>
            <a:pPr marL="2160360" lvl="4" indent="-216000">
              <a:lnSpc>
                <a:spcPct val="100000"/>
              </a:lnSpc>
              <a:spcBef>
                <a:spcPts val="286"/>
              </a:spcBef>
              <a:buClr>
                <a:srgbClr val="000000"/>
              </a:buClr>
              <a:buSzPct val="45000"/>
              <a:buFont typeface="Wingdings" charset="2"/>
              <a:buChar char=""/>
            </a:pPr>
            <a:r>
              <a:rPr lang="en-US" sz="3200" b="0" u="none" strike="noStrike">
                <a:solidFill>
                  <a:schemeClr val="dk1"/>
                </a:solidFill>
                <a:effectLst/>
                <a:uFillTx/>
                <a:latin typeface="Arial"/>
              </a:rPr>
              <a:t>Fifth Outline Level</a:t>
            </a:r>
            <a:endParaRPr lang="en-US" sz="3200" b="0" u="none" strike="noStrike">
              <a:solidFill>
                <a:srgbClr val="000000"/>
              </a:solidFill>
              <a:effectLst/>
              <a:uFillTx/>
              <a:latin typeface="Arial"/>
            </a:endParaRPr>
          </a:p>
          <a:p>
            <a:pPr marL="2592000" lvl="5" indent="-216000">
              <a:lnSpc>
                <a:spcPct val="100000"/>
              </a:lnSpc>
              <a:spcBef>
                <a:spcPts val="286"/>
              </a:spcBef>
              <a:buClr>
                <a:srgbClr val="000000"/>
              </a:buClr>
              <a:buSzPct val="45000"/>
              <a:buFont typeface="Wingdings" charset="2"/>
              <a:buChar char=""/>
            </a:pPr>
            <a:r>
              <a:rPr lang="en-US" sz="3200" b="0" u="none" strike="noStrike">
                <a:solidFill>
                  <a:schemeClr val="dk1"/>
                </a:solidFill>
                <a:effectLst/>
                <a:uFillTx/>
                <a:latin typeface="Arial"/>
              </a:rPr>
              <a:t>Sixth Outline Level</a:t>
            </a:r>
            <a:endParaRPr lang="en-US" sz="3200" b="0" u="none" strike="noStrike">
              <a:solidFill>
                <a:srgbClr val="000000"/>
              </a:solidFill>
              <a:effectLst/>
              <a:uFillTx/>
              <a:latin typeface="Arial"/>
            </a:endParaRPr>
          </a:p>
          <a:p>
            <a:pPr marL="3024000" lvl="6" indent="-216000">
              <a:lnSpc>
                <a:spcPct val="100000"/>
              </a:lnSpc>
              <a:spcBef>
                <a:spcPts val="286"/>
              </a:spcBef>
              <a:buClr>
                <a:srgbClr val="000000"/>
              </a:buClr>
              <a:buSzPct val="45000"/>
              <a:buFont typeface="Wingdings" charset="2"/>
              <a:buChar char=""/>
            </a:pPr>
            <a:r>
              <a:rPr lang="en-US" sz="3200" b="0" u="none" strike="noStrike">
                <a:solidFill>
                  <a:schemeClr val="dk1"/>
                </a:solidFill>
                <a:effectLst/>
                <a:uFillTx/>
                <a:latin typeface="Arial"/>
              </a:rPr>
              <a:t>Seventh Outline Level</a:t>
            </a:r>
            <a:endParaRPr lang="en-US" sz="3200" b="0" u="none" strike="noStrike">
              <a:solidFill>
                <a:srgbClr val="000000"/>
              </a:solidFill>
              <a:effectLst/>
              <a:uFillTx/>
              <a:latin typeface="Arial"/>
            </a:endParaRPr>
          </a:p>
        </p:txBody>
      </p:sp>
      <p:sp>
        <p:nvSpPr>
          <p:cNvPr id="67" name="PlaceHolder 3"/>
          <p:cNvSpPr>
            <a:spLocks noGrp="1"/>
          </p:cNvSpPr>
          <p:nvPr>
            <p:ph type="body"/>
          </p:nvPr>
        </p:nvSpPr>
        <p:spPr>
          <a:xfrm>
            <a:off x="840240" y="2057400"/>
            <a:ext cx="3925440" cy="3804480"/>
          </a:xfrm>
          <a:prstGeom prst="rect">
            <a:avLst/>
          </a:prstGeom>
          <a:noFill/>
          <a:ln w="9360">
            <a:noFill/>
          </a:ln>
        </p:spPr>
        <p:txBody>
          <a:bodyPr lIns="90000" rIns="90000" tIns="45000" bIns="45000" anchor="t">
            <a:noAutofit/>
          </a:bodyPr>
          <a:p>
            <a:pPr indent="0">
              <a:lnSpc>
                <a:spcPct val="100000"/>
              </a:lnSpc>
              <a:spcBef>
                <a:spcPts val="320"/>
              </a:spcBef>
              <a:buNone/>
              <a:tabLst>
                <a:tab algn="l" pos="0"/>
              </a:tabLst>
            </a:pPr>
            <a:r>
              <a:rPr lang="en-US" sz="1600" b="0" u="none" strike="noStrike">
                <a:solidFill>
                  <a:schemeClr val="dk1"/>
                </a:solidFill>
                <a:effectLst/>
                <a:uFillTx/>
                <a:latin typeface="Arial"/>
                <a:ea typeface="SimSun"/>
              </a:rPr>
              <a:t>Click to edit Master text styles</a:t>
            </a:r>
            <a:endParaRPr lang="en-US" sz="1600" b="0" u="none" strike="noStrike">
              <a:solidFill>
                <a:srgbClr val="000000"/>
              </a:solidFill>
              <a:effectLst/>
              <a:uFillTx/>
              <a:latin typeface="Arial"/>
            </a:endParaRPr>
          </a:p>
        </p:txBody>
      </p:sp>
      <p:sp>
        <p:nvSpPr>
          <p:cNvPr id="68" name="PlaceHolder 4"/>
          <p:cNvSpPr>
            <a:spLocks noGrp="1"/>
          </p:cNvSpPr>
          <p:nvPr>
            <p:ph type="dt" idx="31"/>
          </p:nvPr>
        </p:nvSpPr>
        <p:spPr>
          <a:xfrm>
            <a:off x="609480" y="6245280"/>
            <a:ext cx="2837520" cy="469080"/>
          </a:xfrm>
          <a:prstGeom prst="rect">
            <a:avLst/>
          </a:prstGeom>
          <a:noFill/>
          <a:ln w="0">
            <a:noFill/>
          </a:ln>
        </p:spPr>
        <p:txBody>
          <a:bodyPr numCol="1" spcCol="0" lIns="91440" rIns="91440" tIns="45720" bIns="45720" anchor="t">
            <a:noAutofit/>
          </a:bodyPr>
          <a:lstStyle>
            <a:lvl1pPr indent="0"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defTabSz="914400">
              <a:lnSpc>
                <a:spcPct val="100000"/>
              </a:lnSpc>
              <a:buNone/>
              <a:tabLst>
                <a:tab algn="l" pos="0"/>
              </a:tabLst>
            </a:pPr>
            <a:r>
              <a:rPr lang="en-US" sz="1400" b="0" u="none" strike="noStrike">
                <a:solidFill>
                  <a:srgbClr val="000000"/>
                </a:solidFill>
                <a:effectLst/>
                <a:uFillTx/>
                <a:latin typeface="Times New Roman"/>
                <a:ea typeface="SimSun"/>
              </a:rPr>
              <a:t>&lt;date/time&gt;</a:t>
            </a:r>
            <a:endParaRPr lang="en-US" sz="1400" b="0" u="none" strike="noStrike">
              <a:solidFill>
                <a:srgbClr val="000000"/>
              </a:solidFill>
              <a:effectLst/>
              <a:uFillTx/>
              <a:latin typeface="Times New Roman"/>
            </a:endParaRPr>
          </a:p>
        </p:txBody>
      </p:sp>
      <p:sp>
        <p:nvSpPr>
          <p:cNvPr id="69" name="PlaceHolder 5"/>
          <p:cNvSpPr>
            <a:spLocks noGrp="1"/>
          </p:cNvSpPr>
          <p:nvPr>
            <p:ph type="ftr" idx="32"/>
          </p:nvPr>
        </p:nvSpPr>
        <p:spPr>
          <a:xfrm>
            <a:off x="4165560" y="6245280"/>
            <a:ext cx="3853440" cy="469080"/>
          </a:xfrm>
          <a:prstGeom prst="rect">
            <a:avLst/>
          </a:prstGeom>
          <a:noFill/>
          <a:ln w="0">
            <a:noFill/>
          </a:ln>
        </p:spPr>
        <p:txBody>
          <a:bodyPr numCol="1" spcCol="0" lIns="91440" rIns="91440" tIns="45720" bIns="45720" anchor="t">
            <a:noAutofit/>
          </a:bodyPr>
          <a:lstStyle>
            <a:lvl1pPr indent="0" algn="ctr" defTabSz="914400">
              <a:lnSpc>
                <a:spcPct val="100000"/>
              </a:lnSpc>
              <a:buNone/>
              <a:tabLst>
                <a:tab algn="l" pos="0"/>
              </a:tabLst>
              <a:defRPr lang="en-US" sz="1400" b="0" u="none" strike="noStrike">
                <a:solidFill>
                  <a:srgbClr val="000000"/>
                </a:solidFill>
                <a:effectLst/>
                <a:uFillTx/>
                <a:latin typeface="Times New Roman"/>
                <a:ea typeface="SimSun"/>
              </a:defRPr>
            </a:lvl1pPr>
          </a:lstStyle>
          <a:p>
            <a:pPr indent="0" algn="ctr" defTabSz="914400">
              <a:lnSpc>
                <a:spcPct val="100000"/>
              </a:lnSpc>
              <a:buNone/>
              <a:tabLst>
                <a:tab algn="l" pos="0"/>
              </a:tabLst>
            </a:pPr>
            <a:r>
              <a:rPr lang="en-US" sz="1400" b="0" u="none" strike="noStrike">
                <a:solidFill>
                  <a:srgbClr val="000000"/>
                </a:solidFill>
                <a:effectLst/>
                <a:uFillTx/>
                <a:latin typeface="Times New Roman"/>
                <a:ea typeface="SimSun"/>
              </a:rPr>
              <a:t>&lt;footer&gt;</a:t>
            </a:r>
            <a:endParaRPr lang="en-US" sz="1400" b="0" u="none" strike="noStrike">
              <a:solidFill>
                <a:srgbClr val="000000"/>
              </a:solidFill>
              <a:effectLst/>
              <a:uFillTx/>
              <a:latin typeface="Times New Roman"/>
            </a:endParaRPr>
          </a:p>
        </p:txBody>
      </p:sp>
      <p:sp>
        <p:nvSpPr>
          <p:cNvPr id="70" name="PlaceHolder 6"/>
          <p:cNvSpPr>
            <a:spLocks noGrp="1"/>
          </p:cNvSpPr>
          <p:nvPr>
            <p:ph type="sldNum" idx="33"/>
          </p:nvPr>
        </p:nvSpPr>
        <p:spPr>
          <a:xfrm>
            <a:off x="8737560" y="6245280"/>
            <a:ext cx="2837520" cy="469080"/>
          </a:xfrm>
          <a:prstGeom prst="rect">
            <a:avLst/>
          </a:prstGeom>
          <a:noFill/>
          <a:ln w="0">
            <a:noFill/>
          </a:ln>
        </p:spPr>
        <p:txBody>
          <a:bodyPr numCol="1" spcCol="0" lIns="91440" rIns="91440" tIns="45720" bIns="45720" anchor="t">
            <a:noAutofit/>
          </a:bodyPr>
          <a:p>
            <a:pPr indent="0">
              <a:buNone/>
            </a:pPr>
            <a:endParaRPr lang="en-US" sz="18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subTitle"/>
          </p:nvPr>
        </p:nvSpPr>
        <p:spPr>
          <a:xfrm>
            <a:off x="734760" y="1720800"/>
            <a:ext cx="10331280" cy="2893320"/>
          </a:xfrm>
          <a:prstGeom prst="rect">
            <a:avLst/>
          </a:prstGeom>
          <a:noFill/>
          <a:ln w="9360">
            <a:noFill/>
          </a:ln>
        </p:spPr>
        <p:txBody>
          <a:bodyPr lIns="91440" rIns="91440" tIns="45720" bIns="45720" anchor="t">
            <a:noAutofit/>
          </a:bodyPr>
          <a:p>
            <a:pPr algn="ctr">
              <a:lnSpc>
                <a:spcPct val="100000"/>
              </a:lnSpc>
              <a:spcBef>
                <a:spcPts val="859"/>
              </a:spcBef>
              <a:tabLst>
                <a:tab algn="l" pos="0"/>
              </a:tabLst>
            </a:pPr>
            <a:r>
              <a:rPr lang="en-US" sz="4300" b="1" i="1" u="none" strike="noStrike">
                <a:solidFill>
                  <a:srgbClr val="c00000"/>
                </a:solidFill>
                <a:effectLst/>
                <a:uFillTx/>
                <a:latin typeface="Arial"/>
                <a:ea typeface="SimSun"/>
              </a:rPr>
              <a:t>3D Image Segmentation and Quantification of Lysosomes</a:t>
            </a:r>
            <a:endParaRPr lang="en-US" sz="4300" b="0" u="none" strike="noStrike">
              <a:solidFill>
                <a:srgbClr val="000000"/>
              </a:solidFill>
              <a:effectLst/>
              <a:uFillTx/>
              <a:latin typeface="Arial"/>
            </a:endParaRPr>
          </a:p>
          <a:p>
            <a:pPr algn="ctr">
              <a:lnSpc>
                <a:spcPct val="100000"/>
              </a:lnSpc>
              <a:spcBef>
                <a:spcPts val="859"/>
              </a:spcBef>
              <a:tabLst>
                <a:tab algn="l" pos="0"/>
              </a:tabLst>
            </a:pPr>
            <a:r>
              <a:rPr lang="en-US" sz="4300" b="1" i="1" u="none" strike="noStrike">
                <a:solidFill>
                  <a:srgbClr val="c00000"/>
                </a:solidFill>
                <a:effectLst/>
                <a:uFillTx/>
                <a:latin typeface="Arial"/>
                <a:ea typeface="SimSun"/>
              </a:rPr>
              <a:t>5/2/2025</a:t>
            </a:r>
            <a:endParaRPr lang="en-US" sz="4300" b="0" u="none" strike="noStrike">
              <a:solidFill>
                <a:srgbClr val="000000"/>
              </a:solidFill>
              <a:effectLst/>
              <a:uFillTx/>
              <a:latin typeface="Arial"/>
            </a:endParaRPr>
          </a:p>
          <a:p>
            <a:pPr algn="ctr">
              <a:lnSpc>
                <a:spcPct val="100000"/>
              </a:lnSpc>
              <a:spcBef>
                <a:spcPts val="859"/>
              </a:spcBef>
              <a:tabLst>
                <a:tab algn="l" pos="0"/>
              </a:tabLst>
            </a:pPr>
            <a:endParaRPr lang="en-US" sz="4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1143000" y="2743200"/>
            <a:ext cx="10965600" cy="754920"/>
          </a:xfrm>
          <a:prstGeom prst="rect">
            <a:avLst/>
          </a:prstGeom>
          <a:noFill/>
          <a:ln w="9360">
            <a:noFill/>
          </a:ln>
        </p:spPr>
        <p:txBody>
          <a:bodyPr lIns="91440" rIns="91440" tIns="45720" bIns="45720" anchor="ctr">
            <a:noAutofit/>
          </a:bodyPr>
          <a:p>
            <a:pPr indent="0">
              <a:lnSpc>
                <a:spcPct val="100000"/>
              </a:lnSpc>
              <a:buNone/>
              <a:tabLst>
                <a:tab algn="l" pos="0"/>
              </a:tabLst>
            </a:pPr>
            <a:r>
              <a:rPr lang="en-US" sz="3600" b="1" u="none" strike="noStrike">
                <a:solidFill>
                  <a:srgbClr val="ff0000"/>
                </a:solidFill>
                <a:effectLst/>
                <a:uFillTx/>
                <a:latin typeface="Arial"/>
                <a:ea typeface="SimSun"/>
              </a:rPr>
              <a:t>AXONS</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609480" y="-720"/>
            <a:ext cx="10965600" cy="581760"/>
          </a:xfrm>
          <a:prstGeom prst="rect">
            <a:avLst/>
          </a:prstGeom>
          <a:noFill/>
          <a:ln w="0">
            <a:noFill/>
          </a:ln>
        </p:spPr>
        <p:txBody>
          <a:bodyPr lIns="0" rIns="0" tIns="0" bIns="0" anchor="ctr">
            <a:spAutoFit/>
          </a:bodyPr>
          <a:p>
            <a:pPr indent="0">
              <a:lnSpc>
                <a:spcPct val="100000"/>
              </a:lnSpc>
              <a:buNone/>
              <a:tabLst>
                <a:tab algn="l" pos="0"/>
              </a:tabLst>
            </a:pPr>
            <a:r>
              <a:rPr lang="en-US" sz="3200" b="1" u="none" strike="noStrike">
                <a:solidFill>
                  <a:srgbClr val="ff0000"/>
                </a:solidFill>
                <a:effectLst/>
                <a:uFillTx/>
                <a:latin typeface="Arial"/>
              </a:rPr>
              <a:t>SCRIPT</a:t>
            </a:r>
            <a:endParaRPr lang="en-US" sz="3200" b="0" u="none" strike="noStrike">
              <a:solidFill>
                <a:srgbClr val="000000"/>
              </a:solidFill>
              <a:effectLst/>
              <a:uFillTx/>
              <a:latin typeface="Arial"/>
            </a:endParaRPr>
          </a:p>
        </p:txBody>
      </p:sp>
      <p:sp>
        <p:nvSpPr>
          <p:cNvPr id="74" name=""/>
          <p:cNvSpPr/>
          <p:nvPr/>
        </p:nvSpPr>
        <p:spPr>
          <a:xfrm>
            <a:off x="228600" y="685800"/>
            <a:ext cx="11655720" cy="7274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3000" b="1" u="none" strike="noStrike">
                <a:solidFill>
                  <a:srgbClr val="2a6099"/>
                </a:solidFill>
                <a:effectLst/>
                <a:uFillTx/>
                <a:latin typeface="Arial"/>
                <a:ea typeface="SimSun"/>
              </a:rPr>
              <a:t>Methods:</a:t>
            </a:r>
            <a:r>
              <a:rPr lang="en-US" sz="3000" b="0" u="none" strike="noStrike">
                <a:solidFill>
                  <a:srgbClr val="2a6099"/>
                </a:solidFill>
                <a:effectLst/>
                <a:uFillTx/>
                <a:latin typeface="Arial"/>
                <a:ea typeface="SimSun"/>
              </a:rPr>
              <a:t> </a:t>
            </a:r>
            <a:endParaRPr lang="en-US" sz="3000" b="0" u="none" strike="noStrike">
              <a:solidFill>
                <a:srgbClr val="000000"/>
              </a:solidFill>
              <a:effectLst/>
              <a:uFillTx/>
              <a:latin typeface="Arial"/>
            </a:endParaRPr>
          </a:p>
          <a:p>
            <a:pPr marL="216000" indent="-216000">
              <a:lnSpc>
                <a:spcPct val="100000"/>
              </a:lnSpc>
              <a:spcBef>
                <a:spcPts val="624"/>
              </a:spcBef>
              <a:spcAft>
                <a:spcPts val="425"/>
              </a:spcAft>
              <a:buClr>
                <a:srgbClr val="000000"/>
              </a:buClr>
              <a:buFont typeface="Wingdings" charset="2"/>
              <a:buChar char=""/>
            </a:pPr>
            <a:r>
              <a:rPr lang="en-US" sz="3200" b="0" u="none" strike="noStrike">
                <a:solidFill>
                  <a:srgbClr val="000000"/>
                </a:solidFill>
                <a:effectLst/>
                <a:uFillTx/>
                <a:latin typeface="Arial"/>
                <a:ea typeface="SimSun"/>
              </a:rPr>
              <a:t>Automatic(Normalization per intensity)</a:t>
            </a:r>
            <a:endParaRPr lang="en-US" sz="32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3200" b="0" u="none" strike="noStrike">
                <a:solidFill>
                  <a:srgbClr val="000000"/>
                </a:solidFill>
                <a:effectLst/>
                <a:uFillTx/>
                <a:latin typeface="Arial"/>
                <a:ea typeface="SimSun"/>
              </a:rPr>
              <a:t>Intensity-aware bridging</a:t>
            </a:r>
            <a:endParaRPr lang="en-US" sz="3200" b="0" u="none" strike="noStrike">
              <a:solidFill>
                <a:srgbClr val="000000"/>
              </a:solidFill>
              <a:effectLst/>
              <a:uFillTx/>
              <a:latin typeface="Arial"/>
            </a:endParaRPr>
          </a:p>
          <a:p>
            <a:pPr marL="432000" lvl="1" indent="-216000">
              <a:lnSpc>
                <a:spcPct val="100000"/>
              </a:lnSpc>
              <a:spcBef>
                <a:spcPts val="1191"/>
              </a:spcBef>
              <a:spcAft>
                <a:spcPts val="992"/>
              </a:spcAft>
              <a:buClr>
                <a:srgbClr val="000000"/>
              </a:buClr>
              <a:buSzPct val="45000"/>
              <a:buFont typeface="Wingdings" charset="2"/>
              <a:buChar char=""/>
            </a:pPr>
            <a:r>
              <a:rPr lang="en-US" sz="3200" b="0" u="none" strike="noStrike">
                <a:solidFill>
                  <a:srgbClr val="000000"/>
                </a:solidFill>
                <a:effectLst/>
                <a:uFillTx/>
                <a:latin typeface="Arial"/>
                <a:ea typeface="SimSun"/>
              </a:rPr>
              <a:t>Shortest-path stitching </a:t>
            </a:r>
            <a:endParaRPr lang="en-US" sz="3200" b="0" u="none" strike="noStrike">
              <a:solidFill>
                <a:srgbClr val="000000"/>
              </a:solidFill>
              <a:effectLst/>
              <a:uFillTx/>
              <a:latin typeface="Arial"/>
            </a:endParaRPr>
          </a:p>
          <a:p>
            <a:pPr>
              <a:lnSpc>
                <a:spcPct val="100000"/>
              </a:lnSpc>
            </a:pPr>
            <a:endParaRPr lang="en-US" sz="3200" b="0" u="none" strike="noStrike">
              <a:solidFill>
                <a:srgbClr val="000000"/>
              </a:solidFill>
              <a:effectLst/>
              <a:uFillTx/>
              <a:latin typeface="Arial"/>
            </a:endParaRPr>
          </a:p>
          <a:p>
            <a:pPr marL="216000" indent="-216000">
              <a:lnSpc>
                <a:spcPct val="100000"/>
              </a:lnSpc>
              <a:spcBef>
                <a:spcPts val="624"/>
              </a:spcBef>
              <a:spcAft>
                <a:spcPts val="425"/>
              </a:spcAft>
              <a:buClr>
                <a:srgbClr val="000000"/>
              </a:buClr>
              <a:buFont typeface="Wingdings" charset="2"/>
              <a:buChar char=""/>
            </a:pPr>
            <a:r>
              <a:rPr lang="en-US" sz="3200" b="0" u="none" strike="noStrike">
                <a:solidFill>
                  <a:srgbClr val="000000"/>
                </a:solidFill>
                <a:effectLst/>
                <a:uFillTx/>
                <a:latin typeface="Arial"/>
                <a:ea typeface="SimSun"/>
              </a:rPr>
              <a:t>Manual</a:t>
            </a:r>
            <a:endParaRPr lang="en-US" sz="3200" b="0" u="none" strike="noStrike">
              <a:solidFill>
                <a:srgbClr val="000000"/>
              </a:solidFill>
              <a:effectLst/>
              <a:uFillTx/>
              <a:latin typeface="Arial"/>
            </a:endParaRPr>
          </a:p>
          <a:p>
            <a:pPr marL="432000" lvl="1" indent="-216000">
              <a:lnSpc>
                <a:spcPct val="100000"/>
              </a:lnSpc>
              <a:spcBef>
                <a:spcPts val="624"/>
              </a:spcBef>
              <a:spcAft>
                <a:spcPts val="425"/>
              </a:spcAft>
              <a:buClr>
                <a:srgbClr val="000000"/>
              </a:buClr>
              <a:buSzPct val="45000"/>
              <a:buFont typeface="Wingdings" charset="2"/>
              <a:buChar char=""/>
            </a:pPr>
            <a:r>
              <a:rPr lang="en-US" sz="3200" b="0" u="none" strike="noStrike">
                <a:solidFill>
                  <a:srgbClr val="000000"/>
                </a:solidFill>
                <a:effectLst/>
                <a:uFillTx/>
                <a:latin typeface="Arial"/>
                <a:ea typeface="SimSun"/>
              </a:rPr>
              <a:t>Napari</a:t>
            </a:r>
            <a:endParaRPr lang="en-US" sz="3200" b="0" u="none" strike="noStrike">
              <a:solidFill>
                <a:srgbClr val="000000"/>
              </a:solidFill>
              <a:effectLst/>
              <a:uFillTx/>
              <a:latin typeface="Arial"/>
            </a:endParaRPr>
          </a:p>
          <a:p>
            <a:pPr>
              <a:lnSpc>
                <a:spcPct val="100000"/>
              </a:lnSpc>
              <a:spcBef>
                <a:spcPts val="1191"/>
              </a:spcBef>
              <a:spcAft>
                <a:spcPts val="992"/>
              </a:spcAft>
            </a:pPr>
            <a:endParaRPr lang="en-US" sz="3200" b="0" u="none" strike="noStrike">
              <a:solidFill>
                <a:srgbClr val="000000"/>
              </a:solidFill>
              <a:effectLst/>
              <a:uFillTx/>
              <a:latin typeface="Arial"/>
            </a:endParaRPr>
          </a:p>
          <a:p>
            <a:pPr>
              <a:lnSpc>
                <a:spcPct val="100000"/>
              </a:lnSpc>
              <a:spcBef>
                <a:spcPts val="1191"/>
              </a:spcBef>
              <a:spcAft>
                <a:spcPts val="992"/>
              </a:spcAft>
            </a:pPr>
            <a:endParaRPr lang="en-US" sz="3200" b="0" u="none" strike="noStrike">
              <a:solidFill>
                <a:srgbClr val="000000"/>
              </a:solidFill>
              <a:effectLst/>
              <a:uFillTx/>
              <a:latin typeface="Arial"/>
            </a:endParaRPr>
          </a:p>
          <a:p>
            <a:pPr>
              <a:lnSpc>
                <a:spcPct val="100000"/>
              </a:lnSpc>
              <a:spcBef>
                <a:spcPts val="1191"/>
              </a:spcBef>
              <a:spcAft>
                <a:spcPts val="992"/>
              </a:spcAft>
            </a:pPr>
            <a:endParaRPr lang="en-US" sz="1000" b="0" u="none" strike="noStrike">
              <a:solidFill>
                <a:srgbClr val="000000"/>
              </a:solidFill>
              <a:effectLst/>
              <a:uFillTx/>
              <a:latin typeface="Arial"/>
            </a:endParaRPr>
          </a:p>
          <a:p>
            <a:pPr>
              <a:lnSpc>
                <a:spcPct val="100000"/>
              </a:lnSpc>
              <a:spcBef>
                <a:spcPts val="1191"/>
              </a:spcBef>
              <a:spcAft>
                <a:spcPts val="992"/>
              </a:spcAft>
            </a:pPr>
            <a:endParaRPr lang="en-US" sz="1000" b="0" u="none" strike="noStrike">
              <a:solidFill>
                <a:srgbClr val="000000"/>
              </a:solidFill>
              <a:effectLst/>
              <a:uFillTx/>
              <a:latin typeface="Arial"/>
            </a:endParaRPr>
          </a:p>
          <a:p>
            <a:pPr>
              <a:lnSpc>
                <a:spcPct val="100000"/>
              </a:lnSpc>
              <a:spcBef>
                <a:spcPts val="1191"/>
              </a:spcBef>
              <a:spcAft>
                <a:spcPts val="992"/>
              </a:spcAft>
            </a:pPr>
            <a:endParaRPr lang="en-US" sz="20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p:txBody>
      </p:sp>
      <p:pic>
        <p:nvPicPr>
          <p:cNvPr id="75" name=""/>
          <p:cNvPicPr/>
          <p:nvPr/>
        </p:nvPicPr>
        <p:blipFill>
          <a:blip r:embed="rId1"/>
          <a:stretch/>
        </p:blipFill>
        <p:spPr>
          <a:xfrm>
            <a:off x="5524560" y="2086200"/>
            <a:ext cx="2476080" cy="2485440"/>
          </a:xfrm>
          <a:prstGeom prst="rect">
            <a:avLst/>
          </a:prstGeom>
          <a:noFill/>
          <a:ln w="0">
            <a:noFill/>
          </a:ln>
        </p:spPr>
      </p:pic>
      <p:pic>
        <p:nvPicPr>
          <p:cNvPr id="76" name=""/>
          <p:cNvPicPr/>
          <p:nvPr/>
        </p:nvPicPr>
        <p:blipFill>
          <a:blip r:embed="rId2"/>
          <a:stretch/>
        </p:blipFill>
        <p:spPr>
          <a:xfrm>
            <a:off x="9360720" y="2076480"/>
            <a:ext cx="2523600" cy="24951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720"/>
            <a:ext cx="10965600" cy="581760"/>
          </a:xfrm>
          <a:prstGeom prst="rect">
            <a:avLst/>
          </a:prstGeom>
          <a:noFill/>
          <a:ln w="0">
            <a:noFill/>
          </a:ln>
        </p:spPr>
        <p:txBody>
          <a:bodyPr lIns="0" rIns="0" tIns="0" bIns="0" anchor="ctr">
            <a:spAutoFit/>
          </a:bodyPr>
          <a:p>
            <a:pPr indent="0">
              <a:lnSpc>
                <a:spcPct val="100000"/>
              </a:lnSpc>
              <a:buNone/>
              <a:tabLst>
                <a:tab algn="l" pos="0"/>
              </a:tabLst>
            </a:pPr>
            <a:r>
              <a:rPr lang="en-US" sz="3200" b="1" u="none" strike="noStrike">
                <a:solidFill>
                  <a:srgbClr val="ff0000"/>
                </a:solidFill>
                <a:effectLst/>
                <a:uFillTx/>
                <a:latin typeface="Arial"/>
              </a:rPr>
              <a:t>AUTOMATIC METHODS</a:t>
            </a:r>
            <a:endParaRPr lang="en-US" sz="3200" b="0" u="none" strike="noStrike">
              <a:solidFill>
                <a:srgbClr val="000000"/>
              </a:solidFill>
              <a:effectLst/>
              <a:uFillTx/>
              <a:latin typeface="Arial"/>
            </a:endParaRPr>
          </a:p>
        </p:txBody>
      </p:sp>
      <p:sp>
        <p:nvSpPr>
          <p:cNvPr id="78" name=""/>
          <p:cNvSpPr/>
          <p:nvPr/>
        </p:nvSpPr>
        <p:spPr>
          <a:xfrm>
            <a:off x="228600" y="685800"/>
            <a:ext cx="11655720" cy="7578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800" b="1" u="none" strike="noStrike">
                <a:solidFill>
                  <a:srgbClr val="000000"/>
                </a:solidFill>
                <a:effectLst/>
                <a:uFillTx/>
                <a:latin typeface="Arial"/>
                <a:ea typeface="SimSun"/>
              </a:rPr>
              <a:t>A) Intensity-aware bridging(straight bridge + intensity check) </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ea typeface="SimSun"/>
              </a:rPr>
              <a:t>Try to connect two nearby neurite endpoints with a candidate line/tube, only keep the bridge if most of the path stays bright (neurite-like) or reject bridges that pass through dark/background space.</a:t>
            </a:r>
            <a:endParaRPr lang="en-US" sz="1800" b="0" u="none" strike="noStrike">
              <a:solidFill>
                <a:srgbClr val="000000"/>
              </a:solidFill>
              <a:effectLst/>
              <a:uFillTx/>
              <a:latin typeface="Arial"/>
            </a:endParaRPr>
          </a:p>
          <a:p>
            <a:pPr marL="216000" indent="-216000">
              <a:lnSpc>
                <a:spcPct val="100000"/>
              </a:lnSpc>
              <a:spcBef>
                <a:spcPts val="624"/>
              </a:spcBef>
              <a:spcAft>
                <a:spcPts val="425"/>
              </a:spcAft>
              <a:buClr>
                <a:srgbClr val="000000"/>
              </a:buClr>
              <a:buFont typeface="Wingdings" charset="2"/>
              <a:buChar char=""/>
            </a:pPr>
            <a:r>
              <a:rPr lang="en-US" sz="1800" b="0" u="none" strike="noStrike">
                <a:solidFill>
                  <a:srgbClr val="000000"/>
                </a:solidFill>
                <a:effectLst/>
                <a:uFillTx/>
                <a:latin typeface="Arial"/>
                <a:ea typeface="SimSun"/>
              </a:rPr>
              <a:t>If the pixels along that line are mostly bright (neurite-like) → accept the bridge.</a:t>
            </a:r>
            <a:endParaRPr lang="en-US" sz="1800" b="0" u="none" strike="noStrike">
              <a:solidFill>
                <a:srgbClr val="000000"/>
              </a:solidFill>
              <a:effectLst/>
              <a:uFillTx/>
              <a:latin typeface="Arial"/>
            </a:endParaRPr>
          </a:p>
          <a:p>
            <a:pPr marL="216000" indent="-216000">
              <a:lnSpc>
                <a:spcPct val="100000"/>
              </a:lnSpc>
              <a:spcBef>
                <a:spcPts val="624"/>
              </a:spcBef>
              <a:spcAft>
                <a:spcPts val="425"/>
              </a:spcAft>
              <a:buClr>
                <a:srgbClr val="000000"/>
              </a:buClr>
              <a:buFont typeface="Wingdings" charset="2"/>
              <a:buChar char=""/>
            </a:pPr>
            <a:r>
              <a:rPr lang="en-US" sz="1800" b="0" u="none" strike="noStrike">
                <a:solidFill>
                  <a:srgbClr val="000000"/>
                </a:solidFill>
                <a:effectLst/>
                <a:uFillTx/>
                <a:latin typeface="Arial"/>
                <a:ea typeface="SimSun"/>
              </a:rPr>
              <a:t>If the line goes through dark background → reject it.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1" u="none" strike="noStrike">
                <a:solidFill>
                  <a:srgbClr val="2a6099"/>
                </a:solidFill>
                <a:effectLst/>
                <a:uFillTx/>
                <a:latin typeface="Arial"/>
                <a:ea typeface="SimSun"/>
              </a:rPr>
              <a:t>B) Shortest-path stitching in an intensity cost map </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ea typeface="SimSun"/>
              </a:rPr>
              <a:t>Instead of a straight line, search for a path between endpoints in a small region, make bright pixels “cheap” to pass and dark pixels “expensive.”</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ea typeface="SimSun"/>
              </a:rPr>
              <a:t>If a low-cost (bright-following) path exists, connect along it and helps follow curved neurites and avoids dark gaps.</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ea typeface="SimSun"/>
              </a:rPr>
              <a:t>Then ask: Is there a low-cost path between the two endpoints inside a small box?</a:t>
            </a:r>
            <a:endParaRPr lang="en-US" sz="18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Font typeface="Wingdings" charset="2"/>
              <a:buChar char=""/>
            </a:pPr>
            <a:r>
              <a:rPr lang="en-US" sz="1800" b="0" u="none" strike="noStrike">
                <a:solidFill>
                  <a:srgbClr val="000000"/>
                </a:solidFill>
                <a:effectLst/>
                <a:uFillTx/>
                <a:latin typeface="Arial"/>
                <a:ea typeface="SimSun"/>
              </a:rPr>
              <a:t>If yes → connect along that curved path.</a:t>
            </a:r>
            <a:endParaRPr lang="en-US" sz="1800" b="0" u="none" strike="noStrike">
              <a:solidFill>
                <a:srgbClr val="000000"/>
              </a:solidFill>
              <a:effectLst/>
              <a:uFillTx/>
              <a:latin typeface="Arial"/>
            </a:endParaRPr>
          </a:p>
          <a:p>
            <a:pPr marL="216000" indent="-216000">
              <a:lnSpc>
                <a:spcPct val="100000"/>
              </a:lnSpc>
              <a:spcBef>
                <a:spcPts val="1191"/>
              </a:spcBef>
              <a:spcAft>
                <a:spcPts val="992"/>
              </a:spcAft>
              <a:buClr>
                <a:srgbClr val="000000"/>
              </a:buClr>
              <a:buFont typeface="Wingdings" charset="2"/>
              <a:buChar char=""/>
            </a:pPr>
            <a:r>
              <a:rPr lang="en-US" sz="1800" b="0" u="none" strike="noStrike">
                <a:solidFill>
                  <a:srgbClr val="000000"/>
                </a:solidFill>
                <a:effectLst/>
                <a:uFillTx/>
                <a:latin typeface="Arial"/>
                <a:ea typeface="SimSun"/>
              </a:rPr>
              <a:t>If the only possible path goes through dark pixels (high cost) → don’t connect.</a:t>
            </a: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000" b="0" u="none" strike="noStrike">
              <a:solidFill>
                <a:srgbClr val="000000"/>
              </a:solidFill>
              <a:effectLst/>
              <a:uFillTx/>
              <a:latin typeface="Arial"/>
            </a:endParaRPr>
          </a:p>
          <a:p>
            <a:pPr>
              <a:lnSpc>
                <a:spcPct val="100000"/>
              </a:lnSpc>
              <a:spcBef>
                <a:spcPts val="1191"/>
              </a:spcBef>
              <a:spcAft>
                <a:spcPts val="992"/>
              </a:spcAft>
            </a:pPr>
            <a:endParaRPr lang="en-US" sz="2000" b="0" u="none" strike="noStrike">
              <a:solidFill>
                <a:srgbClr val="000000"/>
              </a:solidFill>
              <a:effectLst/>
              <a:uFillTx/>
              <a:latin typeface="Arial"/>
            </a:endParaRPr>
          </a:p>
          <a:p>
            <a:pPr>
              <a:lnSpc>
                <a:spcPct val="100000"/>
              </a:lnSpc>
            </a:pPr>
            <a:endParaRPr lang="en-US" sz="1000" b="0" u="none" strike="noStrike">
              <a:solidFill>
                <a:srgbClr val="000000"/>
              </a:solidFill>
              <a:effectLst/>
              <a:uFillTx/>
              <a:latin typeface="Arial"/>
            </a:endParaRPr>
          </a:p>
        </p:txBody>
      </p:sp>
      <p:pic>
        <p:nvPicPr>
          <p:cNvPr id="79" name=""/>
          <p:cNvPicPr/>
          <p:nvPr/>
        </p:nvPicPr>
        <p:blipFill>
          <a:blip r:embed="rId1"/>
          <a:stretch/>
        </p:blipFill>
        <p:spPr>
          <a:xfrm>
            <a:off x="8455680" y="1766880"/>
            <a:ext cx="3428640" cy="518760"/>
          </a:xfrm>
          <a:prstGeom prst="rect">
            <a:avLst/>
          </a:prstGeom>
          <a:noFill/>
          <a:ln w="0">
            <a:noFill/>
          </a:ln>
        </p:spPr>
      </p:pic>
      <p:pic>
        <p:nvPicPr>
          <p:cNvPr id="80" name=""/>
          <p:cNvPicPr/>
          <p:nvPr/>
        </p:nvPicPr>
        <p:blipFill>
          <a:blip r:embed="rId2"/>
          <a:stretch/>
        </p:blipFill>
        <p:spPr>
          <a:xfrm>
            <a:off x="5746680" y="2286000"/>
            <a:ext cx="3625560" cy="573480"/>
          </a:xfrm>
          <a:prstGeom prst="rect">
            <a:avLst/>
          </a:prstGeom>
          <a:noFill/>
          <a:ln w="0">
            <a:noFill/>
          </a:ln>
        </p:spPr>
      </p:pic>
      <p:pic>
        <p:nvPicPr>
          <p:cNvPr id="81" name=""/>
          <p:cNvPicPr/>
          <p:nvPr/>
        </p:nvPicPr>
        <p:blipFill>
          <a:blip r:embed="rId3"/>
          <a:stretch/>
        </p:blipFill>
        <p:spPr>
          <a:xfrm>
            <a:off x="8645400" y="4909680"/>
            <a:ext cx="1412640" cy="1033560"/>
          </a:xfrm>
          <a:prstGeom prst="rect">
            <a:avLst/>
          </a:prstGeom>
          <a:noFill/>
          <a:ln w="0">
            <a:noFill/>
          </a:ln>
        </p:spPr>
      </p:pic>
      <p:pic>
        <p:nvPicPr>
          <p:cNvPr id="82" name=""/>
          <p:cNvPicPr/>
          <p:nvPr/>
        </p:nvPicPr>
        <p:blipFill>
          <a:blip r:embed="rId4"/>
          <a:stretch/>
        </p:blipFill>
        <p:spPr>
          <a:xfrm>
            <a:off x="10058400" y="4800600"/>
            <a:ext cx="1618560" cy="106596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
          <p:cNvSpPr/>
          <p:nvPr/>
        </p:nvSpPr>
        <p:spPr>
          <a:xfrm>
            <a:off x="914400" y="914400"/>
            <a:ext cx="10055520" cy="22831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2600" b="1" u="none" strike="noStrike">
                <a:solidFill>
                  <a:srgbClr val="2a6099"/>
                </a:solidFill>
                <a:effectLst/>
                <a:uFillTx/>
                <a:latin typeface="Arial"/>
                <a:ea typeface="SimSun"/>
              </a:rPr>
              <a:t> </a:t>
            </a:r>
            <a:r>
              <a:rPr lang="en-US" sz="2600" b="1" u="none" strike="noStrike">
                <a:solidFill>
                  <a:srgbClr val="000000"/>
                </a:solidFill>
                <a:effectLst/>
                <a:uFillTx/>
                <a:latin typeface="Arial"/>
                <a:ea typeface="SimSun"/>
              </a:rPr>
              <a:t>I use manual controls in Napari to join fragments of a branch and generate a dynamic dataset where I can modify the cell ID value where the lysosome is located and save the dataset with the change.</a:t>
            </a:r>
            <a:endParaRPr lang="en-US" sz="2600" b="0" u="none" strike="noStrike">
              <a:solidFill>
                <a:srgbClr val="000000"/>
              </a:solidFill>
              <a:effectLst/>
              <a:uFillTx/>
              <a:latin typeface="Arial"/>
            </a:endParaRPr>
          </a:p>
          <a:p>
            <a:pPr>
              <a:lnSpc>
                <a:spcPct val="100000"/>
              </a:lnSpc>
            </a:pPr>
            <a:endParaRPr lang="en-US" sz="26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p:txBody>
      </p:sp>
      <p:sp>
        <p:nvSpPr>
          <p:cNvPr id="84" name="PlaceHolder 5"/>
          <p:cNvSpPr/>
          <p:nvPr/>
        </p:nvSpPr>
        <p:spPr>
          <a:xfrm>
            <a:off x="609480" y="235800"/>
            <a:ext cx="10965600" cy="487080"/>
          </a:xfrm>
          <a:prstGeom prst="rect">
            <a:avLst/>
          </a:prstGeom>
          <a:noFill/>
          <a:ln w="0">
            <a:noFill/>
          </a:ln>
        </p:spPr>
        <p:style>
          <a:lnRef idx="0"/>
          <a:fillRef idx="0"/>
          <a:effectRef idx="0"/>
          <a:fontRef idx="minor"/>
        </p:style>
        <p:txBody>
          <a:bodyPr lIns="0" rIns="0" tIns="0" bIns="0" anchor="ctr">
            <a:spAutoFit/>
          </a:bodyPr>
          <a:p>
            <a:pPr>
              <a:lnSpc>
                <a:spcPct val="100000"/>
              </a:lnSpc>
              <a:tabLst>
                <a:tab algn="l" pos="0"/>
              </a:tabLst>
            </a:pPr>
            <a:r>
              <a:rPr lang="en-US" sz="3200" b="1" u="none" strike="noStrike">
                <a:solidFill>
                  <a:srgbClr val="ff0000"/>
                </a:solidFill>
                <a:effectLst/>
                <a:uFillTx/>
                <a:latin typeface="Arial"/>
                <a:ea typeface="SimSun"/>
              </a:rPr>
              <a:t>MANUAL METHOD</a:t>
            </a:r>
            <a:endParaRPr lang="en-US" sz="3200" b="0" u="none" strike="noStrike">
              <a:solidFill>
                <a:srgbClr val="000000"/>
              </a:solidFill>
              <a:effectLst/>
              <a:uFillTx/>
              <a:latin typeface="Arial"/>
            </a:endParaRPr>
          </a:p>
        </p:txBody>
      </p:sp>
      <p:pic>
        <p:nvPicPr>
          <p:cNvPr id="85" name=""/>
          <p:cNvPicPr/>
          <p:nvPr/>
        </p:nvPicPr>
        <p:blipFill>
          <a:blip r:embed="rId1"/>
          <a:stretch/>
        </p:blipFill>
        <p:spPr>
          <a:xfrm>
            <a:off x="1314720" y="2743200"/>
            <a:ext cx="2799360" cy="3780720"/>
          </a:xfrm>
          <a:prstGeom prst="rect">
            <a:avLst/>
          </a:prstGeom>
          <a:noFill/>
          <a:ln w="0">
            <a:noFill/>
          </a:ln>
        </p:spPr>
      </p:pic>
      <p:pic>
        <p:nvPicPr>
          <p:cNvPr id="86" name=""/>
          <p:cNvPicPr/>
          <p:nvPr/>
        </p:nvPicPr>
        <p:blipFill>
          <a:blip r:embed="rId2"/>
          <a:stretch/>
        </p:blipFill>
        <p:spPr>
          <a:xfrm>
            <a:off x="4267080" y="2400840"/>
            <a:ext cx="5104800" cy="1027440"/>
          </a:xfrm>
          <a:prstGeom prst="rect">
            <a:avLst/>
          </a:prstGeom>
          <a:noFill/>
          <a:ln w="0">
            <a:noFill/>
          </a:ln>
        </p:spPr>
      </p:pic>
      <p:pic>
        <p:nvPicPr>
          <p:cNvPr id="87" name=""/>
          <p:cNvPicPr/>
          <p:nvPr/>
        </p:nvPicPr>
        <p:blipFill>
          <a:blip r:embed="rId3"/>
          <a:stretch/>
        </p:blipFill>
        <p:spPr>
          <a:xfrm>
            <a:off x="9416880" y="2514600"/>
            <a:ext cx="2469600" cy="41558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
          <p:cNvSpPr/>
          <p:nvPr/>
        </p:nvSpPr>
        <p:spPr>
          <a:xfrm>
            <a:off x="917280" y="914400"/>
            <a:ext cx="10055520" cy="6201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200" b="1" u="none" strike="noStrike">
                <a:solidFill>
                  <a:srgbClr val="000000"/>
                </a:solidFill>
                <a:effectLst/>
                <a:uFillTx/>
                <a:latin typeface="Arial"/>
                <a:ea typeface="SimSun"/>
              </a:rPr>
              <a:t>Shuffle colors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The color that each integer gets assigned is random, aside from 0 which always gets assigned to be transparent. The colormap we use is designed such that </a:t>
            </a:r>
            <a:r>
              <a:rPr lang="en-US" sz="1200" b="0" u="none" strike="noStrike">
                <a:solidFill>
                  <a:srgbClr val="000000"/>
                </a:solidFill>
                <a:effectLst/>
                <a:uFillTx/>
                <a:latin typeface="Arial"/>
                <a:ea typeface="SimSun"/>
              </a:rPr>
              <a:t>nearby integers get assigned distinct colors. The exact colors that get assigned are determined by a random seed. Changing that seed will shuffle the colors </a:t>
            </a:r>
            <a:r>
              <a:rPr lang="en-US" sz="1200" b="0" u="none" strike="noStrike">
                <a:solidFill>
                  <a:srgbClr val="000000"/>
                </a:solidFill>
                <a:effectLst/>
                <a:uFillTx/>
                <a:latin typeface="Arial"/>
                <a:ea typeface="SimSun"/>
              </a:rPr>
              <a:t>assigned to each label. To change the seed, click on the shuffle colors button in the layer controls panel. This changes the color of existing labels. Shuffling colors </a:t>
            </a:r>
            <a:r>
              <a:rPr lang="en-US" sz="1200" b="0" u="none" strike="noStrike">
                <a:solidFill>
                  <a:srgbClr val="000000"/>
                </a:solidFill>
                <a:effectLst/>
                <a:uFillTx/>
                <a:latin typeface="Arial"/>
                <a:ea typeface="SimSun"/>
              </a:rPr>
              <a:t>can be useful as some colors may be hard to distinguish from the background or nearby objects.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Label eraser</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Use this tool to manually erase a label on the labels layer. Other layers will not be affected. The label eraser tool looks like this: image: eraser tool</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Paintbrush</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One of the major use cases for the labels layer is to manually edit or create image segmentations. </a:t>
            </a:r>
            <a:endParaRPr lang="en-US" sz="1200" b="0" u="none" strike="noStrike">
              <a:solidFill>
                <a:srgbClr val="000000"/>
              </a:solidFill>
              <a:effectLst/>
              <a:uFillTx/>
              <a:latin typeface="Arial"/>
            </a:endParaRPr>
          </a:p>
          <a:p>
            <a:pPr>
              <a:lnSpc>
                <a:spcPct val="100000"/>
              </a:lnSpc>
            </a:pPr>
            <a:endParaRPr lang="en-US" sz="13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Fill bucket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Sometimes you might want to replace an entire label with a different label. This could be because you want to make two touching regions have the same label, or </a:t>
            </a:r>
            <a:r>
              <a:rPr lang="en-US" sz="1200" b="0" u="none" strike="noStrike">
                <a:solidFill>
                  <a:srgbClr val="000000"/>
                </a:solidFill>
                <a:effectLst/>
                <a:uFillTx/>
                <a:latin typeface="Arial"/>
                <a:ea typeface="SimSun"/>
              </a:rPr>
              <a:t>you want to replace only one label with a different one, or maybe you have painted around the edge of a region and you want to quickly fill in its inside. To do this </a:t>
            </a:r>
            <a:r>
              <a:rPr lang="en-US" sz="1200" b="0" u="none" strike="noStrike">
                <a:solidFill>
                  <a:srgbClr val="000000"/>
                </a:solidFill>
                <a:effectLst/>
                <a:uFillTx/>
                <a:latin typeface="Arial"/>
                <a:ea typeface="SimSun"/>
              </a:rPr>
              <a:t>you can select the fill bucket tool by clicking on its icon in the layer controls panel, and then click on a target region of interest in the layer. The fill bucket will fill </a:t>
            </a:r>
            <a:r>
              <a:rPr lang="en-US" sz="1200" b="0" u="none" strike="noStrike">
                <a:solidFill>
                  <a:srgbClr val="000000"/>
                </a:solidFill>
                <a:effectLst/>
                <a:uFillTx/>
                <a:latin typeface="Arial"/>
                <a:ea typeface="SimSun"/>
              </a:rPr>
              <a:t>using the currently selected label. If nothing is selected the entire layer will be filled with that label.</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Color picker</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The color picker can be used to select another color at any time. Click the color picker tool then click on the existing color in the labels layer you would like to use. </a:t>
            </a:r>
            <a:r>
              <a:rPr lang="en-US" sz="1200" b="0" u="none" strike="noStrike">
                <a:solidFill>
                  <a:srgbClr val="000000"/>
                </a:solidFill>
                <a:effectLst/>
                <a:uFillTx/>
                <a:latin typeface="Arial"/>
                <a:ea typeface="SimSun"/>
              </a:rPr>
              <a:t>That color now appears on the label bar as the selected color. If the color does not exist in the label color palette, it defaults to 0 and a checkerboard pattern </a:t>
            </a:r>
            <a:r>
              <a:rPr lang="en-US" sz="1200" b="0" u="none" strike="noStrike">
                <a:solidFill>
                  <a:srgbClr val="000000"/>
                </a:solidFill>
                <a:effectLst/>
                <a:uFillTx/>
                <a:latin typeface="Arial"/>
                <a:ea typeface="SimSun"/>
              </a:rPr>
              <a:t>appears in the thumbnail on the label bar to represent the transparent color.</a:t>
            </a:r>
            <a:endParaRPr lang="en-US" sz="1200" b="0" u="none" strike="noStrike">
              <a:solidFill>
                <a:srgbClr val="000000"/>
              </a:solidFill>
              <a:effectLst/>
              <a:uFillTx/>
              <a:latin typeface="Arial"/>
            </a:endParaRPr>
          </a:p>
          <a:p>
            <a:pPr>
              <a:lnSpc>
                <a:spcPct val="100000"/>
              </a:lnSpc>
            </a:pPr>
            <a:endParaRPr lang="en-US" sz="26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p:txBody>
      </p:sp>
      <p:sp>
        <p:nvSpPr>
          <p:cNvPr id="89" name="PlaceHolder 3"/>
          <p:cNvSpPr/>
          <p:nvPr/>
        </p:nvSpPr>
        <p:spPr>
          <a:xfrm>
            <a:off x="609480" y="82800"/>
            <a:ext cx="10965600" cy="793440"/>
          </a:xfrm>
          <a:prstGeom prst="rect">
            <a:avLst/>
          </a:prstGeom>
          <a:noFill/>
          <a:ln w="0">
            <a:noFill/>
          </a:ln>
        </p:spPr>
        <p:style>
          <a:lnRef idx="0"/>
          <a:fillRef idx="0"/>
          <a:effectRef idx="0"/>
          <a:fontRef idx="minor"/>
        </p:style>
        <p:txBody>
          <a:bodyPr lIns="0" rIns="0" tIns="0" bIns="0" anchor="ctr">
            <a:spAutoFit/>
          </a:bodyPr>
          <a:p>
            <a:pPr>
              <a:lnSpc>
                <a:spcPct val="100000"/>
              </a:lnSpc>
              <a:tabLst>
                <a:tab algn="l" pos="0"/>
              </a:tabLst>
            </a:pPr>
            <a:r>
              <a:rPr lang="en-US" sz="3200" b="1" u="none" strike="noStrike">
                <a:solidFill>
                  <a:srgbClr val="ff0000"/>
                </a:solidFill>
                <a:effectLst/>
                <a:uFillTx/>
                <a:latin typeface="Arial"/>
                <a:ea typeface="SimSun"/>
              </a:rPr>
              <a:t>TOOLS NAPARI</a:t>
            </a:r>
            <a:endParaRPr lang="en-US" sz="3200" b="0" u="none" strike="noStrike">
              <a:solidFill>
                <a:srgbClr val="000000"/>
              </a:solidFill>
              <a:effectLst/>
              <a:uFillTx/>
              <a:latin typeface="Arial"/>
            </a:endParaRPr>
          </a:p>
          <a:p>
            <a:pPr>
              <a:lnSpc>
                <a:spcPct val="100000"/>
              </a:lnSpc>
              <a:tabLst>
                <a:tab algn="l" pos="0"/>
              </a:tabLst>
            </a:pPr>
            <a:r>
              <a:rPr lang="en-US" sz="2000" b="1" u="none" strike="noStrike">
                <a:solidFill>
                  <a:srgbClr val="000000"/>
                </a:solidFill>
                <a:effectLst/>
                <a:uFillTx/>
                <a:latin typeface="Arial"/>
                <a:ea typeface="SimSun"/>
              </a:rPr>
              <a:t>LINK:https://napari.org/stable/howtos/layers/labels.html</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
          <p:cNvSpPr/>
          <p:nvPr/>
        </p:nvSpPr>
        <p:spPr>
          <a:xfrm>
            <a:off x="688680" y="914400"/>
            <a:ext cx="10055520" cy="59425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200" b="1" u="none" strike="noStrike">
                <a:solidFill>
                  <a:srgbClr val="000000"/>
                </a:solidFill>
                <a:effectLst/>
                <a:uFillTx/>
                <a:latin typeface="Arial"/>
                <a:ea typeface="SimSun"/>
              </a:rPr>
              <a:t>opacity: </a:t>
            </a:r>
            <a:r>
              <a:rPr lang="en-US" sz="1200" b="0" u="none" strike="noStrike">
                <a:solidFill>
                  <a:srgbClr val="000000"/>
                </a:solidFill>
                <a:effectLst/>
                <a:uFillTx/>
                <a:latin typeface="Arial"/>
                <a:ea typeface="SimSun"/>
              </a:rPr>
              <a:t>How transparent the label layer is (0 = invisible, 1 = solid).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blending:</a:t>
            </a:r>
            <a:r>
              <a:rPr lang="en-US" sz="1200" b="0" u="none" strike="noStrike">
                <a:solidFill>
                  <a:srgbClr val="000000"/>
                </a:solidFill>
                <a:effectLst/>
                <a:uFillTx/>
                <a:latin typeface="Arial"/>
                <a:ea typeface="SimSun"/>
              </a:rPr>
              <a:t> How this layer mixes with layers below.</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translucent_no_depth shows it as translucent in 3D without depth-based fading.</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label (color + number):</a:t>
            </a:r>
            <a:r>
              <a:rPr lang="en-US" sz="1200" b="0" u="none" strike="noStrike">
                <a:solidFill>
                  <a:srgbClr val="000000"/>
                </a:solidFill>
                <a:effectLst/>
                <a:uFillTx/>
                <a:latin typeface="Arial"/>
                <a:ea typeface="SimSun"/>
              </a:rPr>
              <a:t> The current label ID you will paint.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The colored square previews that label’s color. - / + decreases/increases the label number.</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brush size</a:t>
            </a:r>
            <a:r>
              <a:rPr lang="en-US" sz="1200" b="0" u="none" strike="noStrike">
                <a:solidFill>
                  <a:srgbClr val="000000"/>
                </a:solidFill>
                <a:effectLst/>
                <a:uFillTx/>
                <a:latin typeface="Arial"/>
                <a:ea typeface="SimSun"/>
              </a:rPr>
              <a:t>: Size of the paint/erase brush in pixels (bigger = thicker strokes).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rendering:</a:t>
            </a:r>
            <a:r>
              <a:rPr lang="en-US" sz="1200" b="0" u="none" strike="noStrike">
                <a:solidFill>
                  <a:srgbClr val="000000"/>
                </a:solidFill>
                <a:effectLst/>
                <a:uFillTx/>
                <a:latin typeface="Arial"/>
                <a:ea typeface="SimSun"/>
              </a:rPr>
              <a:t> How labels are drawn (especially in 3D).</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iso_categorical renders label surfaces (good for volumes).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gradient mode</a:t>
            </a:r>
            <a:r>
              <a:rPr lang="en-US" sz="1200" b="0" u="none" strike="noStrike">
                <a:solidFill>
                  <a:srgbClr val="000000"/>
                </a:solidFill>
                <a:effectLst/>
                <a:uFillTx/>
                <a:latin typeface="Arial"/>
                <a:ea typeface="SimSun"/>
              </a:rPr>
              <a:t>: Quality/speed of shading for 3D surfaces.</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fast = quicker, less smooth.</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color mode:</a:t>
            </a:r>
            <a:r>
              <a:rPr lang="en-US" sz="1200" b="0" u="none" strike="noStrike">
                <a:solidFill>
                  <a:srgbClr val="000000"/>
                </a:solidFill>
                <a:effectLst/>
                <a:uFillTx/>
                <a:latin typeface="Arial"/>
                <a:ea typeface="SimSun"/>
              </a:rPr>
              <a:t> How label colors are assigned.</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auto = napari picks colors automatically per label.</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contour:</a:t>
            </a:r>
            <a:r>
              <a:rPr lang="en-US" sz="1200" b="0" u="none" strike="noStrike">
                <a:solidFill>
                  <a:srgbClr val="000000"/>
                </a:solidFill>
                <a:effectLst/>
                <a:uFillTx/>
                <a:latin typeface="Arial"/>
                <a:ea typeface="SimSun"/>
              </a:rPr>
              <a:t> Draw only an outline instead of filled labels (0 = off; higher = thicker outline).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n edit dim: </a:t>
            </a:r>
            <a:r>
              <a:rPr lang="en-US" sz="1200" b="0" u="none" strike="noStrike">
                <a:solidFill>
                  <a:srgbClr val="000000"/>
                </a:solidFill>
                <a:effectLst/>
                <a:uFillTx/>
                <a:latin typeface="Arial"/>
                <a:ea typeface="SimSun"/>
              </a:rPr>
              <a:t>How many dimensions you edit at once.</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Arial"/>
                <a:ea typeface="SimSun"/>
              </a:rPr>
              <a:t>2 = you paint in the current 2D slice (not through the whole 3D volume).</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contiguous:</a:t>
            </a:r>
            <a:r>
              <a:rPr lang="en-US" sz="1200" b="0" u="none" strike="noStrike">
                <a:solidFill>
                  <a:srgbClr val="000000"/>
                </a:solidFill>
                <a:effectLst/>
                <a:uFillTx/>
                <a:latin typeface="Arial"/>
                <a:ea typeface="SimSun"/>
              </a:rPr>
              <a:t> Mainly affects fill/paint behavior—restricts changes to the connected region under the cursor (prevents “leaking” into other disconnected parts).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preserve labels:</a:t>
            </a:r>
            <a:r>
              <a:rPr lang="en-US" sz="1200" b="0" u="none" strike="noStrike">
                <a:solidFill>
                  <a:srgbClr val="000000"/>
                </a:solidFill>
                <a:effectLst/>
                <a:uFillTx/>
                <a:latin typeface="Arial"/>
                <a:ea typeface="SimSun"/>
              </a:rPr>
              <a:t> Prevents overwriting existing labels while painting (you mostly paint only on background).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1" u="none" strike="noStrike">
                <a:solidFill>
                  <a:srgbClr val="000000"/>
                </a:solidFill>
                <a:effectLst/>
                <a:uFillTx/>
                <a:latin typeface="Arial"/>
                <a:ea typeface="SimSun"/>
              </a:rPr>
              <a:t>show selected:</a:t>
            </a:r>
            <a:r>
              <a:rPr lang="en-US" sz="1200" b="0" u="none" strike="noStrike">
                <a:solidFill>
                  <a:srgbClr val="000000"/>
                </a:solidFill>
                <a:effectLst/>
                <a:uFillTx/>
                <a:latin typeface="Arial"/>
                <a:ea typeface="SimSun"/>
              </a:rPr>
              <a:t> Shows only selected labels (useful to isolate specific IDs).</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p:txBody>
      </p:sp>
      <p:sp>
        <p:nvSpPr>
          <p:cNvPr id="91" name="PlaceHolder 2"/>
          <p:cNvSpPr/>
          <p:nvPr/>
        </p:nvSpPr>
        <p:spPr>
          <a:xfrm>
            <a:off x="609480" y="82800"/>
            <a:ext cx="10965600" cy="793440"/>
          </a:xfrm>
          <a:prstGeom prst="rect">
            <a:avLst/>
          </a:prstGeom>
          <a:noFill/>
          <a:ln w="0">
            <a:noFill/>
          </a:ln>
        </p:spPr>
        <p:style>
          <a:lnRef idx="0"/>
          <a:fillRef idx="0"/>
          <a:effectRef idx="0"/>
          <a:fontRef idx="minor"/>
        </p:style>
        <p:txBody>
          <a:bodyPr lIns="0" rIns="0" tIns="0" bIns="0" anchor="ctr">
            <a:spAutoFit/>
          </a:bodyPr>
          <a:p>
            <a:pPr>
              <a:lnSpc>
                <a:spcPct val="100000"/>
              </a:lnSpc>
              <a:tabLst>
                <a:tab algn="l" pos="0"/>
              </a:tabLst>
            </a:pPr>
            <a:r>
              <a:rPr lang="en-US" sz="3200" b="1" u="none" strike="noStrike">
                <a:solidFill>
                  <a:srgbClr val="ff0000"/>
                </a:solidFill>
                <a:effectLst/>
                <a:uFillTx/>
                <a:latin typeface="Arial"/>
                <a:ea typeface="SimSun"/>
              </a:rPr>
              <a:t>CONTROLS NAPARI</a:t>
            </a:r>
            <a:endParaRPr lang="en-US" sz="3200" b="0" u="none" strike="noStrike">
              <a:solidFill>
                <a:srgbClr val="000000"/>
              </a:solidFill>
              <a:effectLst/>
              <a:uFillTx/>
              <a:latin typeface="Arial"/>
            </a:endParaRPr>
          </a:p>
          <a:p>
            <a:pPr>
              <a:lnSpc>
                <a:spcPct val="100000"/>
              </a:lnSpc>
              <a:tabLst>
                <a:tab algn="l" pos="0"/>
              </a:tabLst>
            </a:pPr>
            <a:r>
              <a:rPr lang="en-US" sz="2000" b="1" u="none" strike="noStrike">
                <a:solidFill>
                  <a:srgbClr val="000000"/>
                </a:solidFill>
                <a:effectLst/>
                <a:uFillTx/>
                <a:latin typeface="Arial"/>
                <a:ea typeface="SimSun"/>
              </a:rPr>
              <a:t>LINK:https://napari.org/stable/howtos/layers/labels.html</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59360" y="72360"/>
            <a:ext cx="10965600" cy="6342840"/>
          </a:xfrm>
          <a:prstGeom prst="rect">
            <a:avLst/>
          </a:prstGeom>
          <a:noFill/>
          <a:ln w="0">
            <a:noFill/>
          </a:ln>
        </p:spPr>
        <p:txBody>
          <a:bodyPr lIns="0" rIns="0" tIns="0" bIns="0" anchor="ctr">
            <a:spAutoFit/>
          </a:bodyPr>
          <a:p>
            <a:pPr indent="0">
              <a:lnSpc>
                <a:spcPct val="150000"/>
              </a:lnSpc>
              <a:buNone/>
              <a:tabLst>
                <a:tab algn="l" pos="0"/>
              </a:tabLst>
            </a:pPr>
            <a:r>
              <a:rPr lang="en-US" sz="3200" b="1" u="none" strike="noStrike">
                <a:solidFill>
                  <a:srgbClr val="000000"/>
                </a:solidFill>
                <a:effectLst/>
                <a:uFillTx/>
                <a:latin typeface="Arial"/>
                <a:ea typeface="Microsoft YaHei"/>
              </a:rPr>
              <a:t>FILES:</a:t>
            </a:r>
            <a:br>
              <a:rPr sz="3200"/>
            </a:br>
            <a:r>
              <a:rPr lang="en-US" sz="3200" b="0" i="1" u="none" strike="noStrike">
                <a:solidFill>
                  <a:srgbClr val="000000"/>
                </a:solidFill>
                <a:effectLst/>
                <a:uFillTx/>
                <a:latin typeface="Arial"/>
                <a:ea typeface="Microsoft YaHei"/>
              </a:rPr>
              <a:t>-Airy scan_40A_UAS-TMEM-HA_axon_0h_again_2_051222</a:t>
            </a:r>
            <a:br>
              <a:rPr sz="3200"/>
            </a:br>
            <a:r>
              <a:rPr lang="en-US" sz="3200" b="0" i="1" u="none" strike="noStrike">
                <a:solidFill>
                  <a:srgbClr val="000000"/>
                </a:solidFill>
                <a:effectLst/>
                <a:uFillTx/>
                <a:latin typeface="Arial"/>
                <a:ea typeface="Microsoft YaHei"/>
              </a:rPr>
              <a:t>-Airy scan_40A_UAS-TMEM-HA_axon_0h_again_3_051222</a:t>
            </a:r>
            <a:br>
              <a:rPr sz="3200"/>
            </a:br>
            <a:br>
              <a:rPr sz="3200"/>
            </a:br>
            <a:br>
              <a:rPr sz="3200"/>
            </a:b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141480"/>
            <a:ext cx="2589840" cy="673920"/>
          </a:xfrm>
          <a:prstGeom prst="rect">
            <a:avLst/>
          </a:prstGeom>
          <a:noFill/>
          <a:ln w="0">
            <a:noFill/>
          </a:ln>
        </p:spPr>
        <p:txBody>
          <a:bodyPr lIns="0" rIns="0" tIns="0" bIns="0" anchor="ctr">
            <a:spAutoFit/>
          </a:bodyPr>
          <a:p>
            <a:pPr indent="0" algn="ctr">
              <a:lnSpc>
                <a:spcPct val="100000"/>
              </a:lnSpc>
              <a:buNone/>
              <a:tabLst>
                <a:tab algn="l" pos="0"/>
              </a:tabLst>
            </a:pPr>
            <a:r>
              <a:rPr lang="en-US" sz="4400" b="1" u="none" strike="noStrike">
                <a:solidFill>
                  <a:srgbClr val="ff0000"/>
                </a:solidFill>
                <a:effectLst/>
                <a:uFillTx/>
                <a:latin typeface="Arial"/>
              </a:rPr>
              <a:t>0H 2</a:t>
            </a:r>
            <a:endParaRPr lang="en-US" sz="4400" b="0" u="none" strike="noStrike">
              <a:solidFill>
                <a:srgbClr val="000000"/>
              </a:solidFill>
              <a:effectLst/>
              <a:uFillTx/>
              <a:latin typeface="Arial"/>
            </a:endParaRPr>
          </a:p>
        </p:txBody>
      </p:sp>
      <p:sp>
        <p:nvSpPr>
          <p:cNvPr id="94" name="Rectangles 104"/>
          <p:cNvSpPr/>
          <p:nvPr/>
        </p:nvSpPr>
        <p:spPr>
          <a:xfrm>
            <a:off x="0" y="1143000"/>
            <a:ext cx="2510280" cy="52534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defTabSz="914400">
              <a:lnSpc>
                <a:spcPct val="100000"/>
              </a:lnSpc>
            </a:pPr>
            <a:r>
              <a:rPr lang="en-US" sz="1400" b="1" u="none" strike="noStrike">
                <a:solidFill>
                  <a:srgbClr val="000000"/>
                </a:solidFill>
                <a:effectLst/>
                <a:uFillTx/>
                <a:latin typeface="Arial"/>
                <a:ea typeface="SimSun"/>
              </a:rPr>
              <a:t>Erosion = 4</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Thresholding = 0.002</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margin um = 0.5</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overlap alpha = 0.4</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viz min voxels = 2000</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CLOSING = 6</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max_gap_UM = 4</a:t>
            </a:r>
            <a:endParaRPr lang="en-US" sz="14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pic>
        <p:nvPicPr>
          <p:cNvPr id="95" name=""/>
          <p:cNvPicPr/>
          <p:nvPr/>
        </p:nvPicPr>
        <p:blipFill>
          <a:blip r:embed="rId1"/>
          <a:stretch/>
        </p:blipFill>
        <p:spPr>
          <a:xfrm>
            <a:off x="2743200" y="1152000"/>
            <a:ext cx="4351320" cy="5019840"/>
          </a:xfrm>
          <a:prstGeom prst="rect">
            <a:avLst/>
          </a:prstGeom>
          <a:noFill/>
          <a:ln w="0">
            <a:noFill/>
          </a:ln>
        </p:spPr>
      </p:pic>
      <p:pic>
        <p:nvPicPr>
          <p:cNvPr id="96" name=""/>
          <p:cNvPicPr/>
          <p:nvPr/>
        </p:nvPicPr>
        <p:blipFill>
          <a:blip r:embed="rId2"/>
          <a:stretch/>
        </p:blipFill>
        <p:spPr>
          <a:xfrm>
            <a:off x="7127280" y="1152000"/>
            <a:ext cx="4453560" cy="501984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140760"/>
            <a:ext cx="10965600" cy="675000"/>
          </a:xfrm>
          <a:prstGeom prst="rect">
            <a:avLst/>
          </a:prstGeom>
          <a:noFill/>
          <a:ln w="0">
            <a:noFill/>
          </a:ln>
        </p:spPr>
        <p:txBody>
          <a:bodyPr lIns="0" rIns="0" tIns="0" bIns="0" anchor="ctr">
            <a:spAutoFit/>
          </a:bodyPr>
          <a:p>
            <a:pPr indent="0" algn="ctr">
              <a:lnSpc>
                <a:spcPct val="100000"/>
              </a:lnSpc>
              <a:buNone/>
              <a:tabLst>
                <a:tab algn="l" pos="0"/>
              </a:tabLst>
            </a:pPr>
            <a:r>
              <a:rPr lang="en-US" sz="4400" b="1" u="none" strike="noStrike">
                <a:solidFill>
                  <a:srgbClr val="ff0000"/>
                </a:solidFill>
                <a:effectLst/>
                <a:uFillTx/>
                <a:latin typeface="Arial"/>
              </a:rPr>
              <a:t>0H 2</a:t>
            </a:r>
            <a:endParaRPr lang="en-US" sz="4400" b="0" u="none" strike="noStrike">
              <a:solidFill>
                <a:srgbClr val="000000"/>
              </a:solidFill>
              <a:effectLst/>
              <a:uFillTx/>
              <a:latin typeface="Arial"/>
            </a:endParaRPr>
          </a:p>
        </p:txBody>
      </p:sp>
      <p:pic>
        <p:nvPicPr>
          <p:cNvPr id="98" name="Picture 108"/>
          <p:cNvPicPr/>
          <p:nvPr/>
        </p:nvPicPr>
        <p:blipFill>
          <a:blip r:embed="rId1"/>
          <a:stretch/>
        </p:blipFill>
        <p:spPr>
          <a:xfrm>
            <a:off x="457200" y="914400"/>
            <a:ext cx="4960080" cy="5257080"/>
          </a:xfrm>
          <a:prstGeom prst="rect">
            <a:avLst/>
          </a:prstGeom>
          <a:noFill/>
          <a:ln w="0">
            <a:noFill/>
          </a:ln>
        </p:spPr>
      </p:pic>
      <p:pic>
        <p:nvPicPr>
          <p:cNvPr id="99" name="Picture 109"/>
          <p:cNvPicPr/>
          <p:nvPr/>
        </p:nvPicPr>
        <p:blipFill>
          <a:blip r:embed="rId2"/>
          <a:stretch/>
        </p:blipFill>
        <p:spPr>
          <a:xfrm>
            <a:off x="5718600" y="951840"/>
            <a:ext cx="4339080" cy="522432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140760"/>
            <a:ext cx="10965600" cy="675000"/>
          </a:xfrm>
          <a:prstGeom prst="rect">
            <a:avLst/>
          </a:prstGeom>
          <a:noFill/>
          <a:ln w="0">
            <a:noFill/>
          </a:ln>
        </p:spPr>
        <p:txBody>
          <a:bodyPr lIns="0" rIns="0" tIns="0" bIns="0" anchor="ctr">
            <a:spAutoFit/>
          </a:bodyPr>
          <a:p>
            <a:pPr indent="0" algn="ctr">
              <a:lnSpc>
                <a:spcPct val="100000"/>
              </a:lnSpc>
              <a:buNone/>
              <a:tabLst>
                <a:tab algn="l" pos="0"/>
              </a:tabLst>
            </a:pPr>
            <a:r>
              <a:rPr lang="en-US" sz="4400" b="1" u="none" strike="noStrike">
                <a:solidFill>
                  <a:srgbClr val="ff0000"/>
                </a:solidFill>
                <a:effectLst/>
                <a:uFillTx/>
                <a:latin typeface="Arial"/>
              </a:rPr>
              <a:t>0H 3</a:t>
            </a:r>
            <a:endParaRPr lang="en-US" sz="4400" b="0" u="none" strike="noStrike">
              <a:solidFill>
                <a:srgbClr val="000000"/>
              </a:solidFill>
              <a:effectLst/>
              <a:uFillTx/>
              <a:latin typeface="Arial"/>
            </a:endParaRPr>
          </a:p>
        </p:txBody>
      </p:sp>
      <p:sp>
        <p:nvSpPr>
          <p:cNvPr id="101" name="Rectangles 111"/>
          <p:cNvSpPr/>
          <p:nvPr/>
        </p:nvSpPr>
        <p:spPr>
          <a:xfrm>
            <a:off x="360" y="1143360"/>
            <a:ext cx="2510280" cy="52534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defTabSz="914400">
              <a:lnSpc>
                <a:spcPct val="100000"/>
              </a:lnSpc>
            </a:pPr>
            <a:r>
              <a:rPr lang="en-US" sz="1400" b="1" u="none" strike="noStrike">
                <a:solidFill>
                  <a:srgbClr val="000000"/>
                </a:solidFill>
                <a:effectLst/>
                <a:uFillTx/>
                <a:latin typeface="Arial"/>
                <a:ea typeface="SimSun"/>
              </a:rPr>
              <a:t>Erosion = 4</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Thresholding = 0.001</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margin um = 0.5</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overlap alpha = 0.4</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viz min voxels = 2000</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CLOSING = 9</a:t>
            </a:r>
            <a:endParaRPr lang="en-US" sz="1400" b="0" u="none" strike="noStrike">
              <a:solidFill>
                <a:srgbClr val="000000"/>
              </a:solidFill>
              <a:effectLst/>
              <a:uFillTx/>
              <a:latin typeface="Arial"/>
            </a:endParaRPr>
          </a:p>
          <a:p>
            <a:pPr defTabSz="914400">
              <a:lnSpc>
                <a:spcPct val="100000"/>
              </a:lnSpc>
            </a:pPr>
            <a:r>
              <a:rPr lang="en-US" sz="1400" b="1" u="none" strike="noStrike">
                <a:solidFill>
                  <a:srgbClr val="000000"/>
                </a:solidFill>
                <a:effectLst/>
                <a:uFillTx/>
                <a:latin typeface="Arial"/>
                <a:ea typeface="SimSun"/>
              </a:rPr>
              <a:t>max_gap_UM = 3</a:t>
            </a:r>
            <a:endParaRPr lang="en-US" sz="14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pic>
        <p:nvPicPr>
          <p:cNvPr id="102" name=""/>
          <p:cNvPicPr/>
          <p:nvPr/>
        </p:nvPicPr>
        <p:blipFill>
          <a:blip r:embed="rId1"/>
          <a:stretch/>
        </p:blipFill>
        <p:spPr>
          <a:xfrm>
            <a:off x="2511000" y="1182600"/>
            <a:ext cx="4537080" cy="4989240"/>
          </a:xfrm>
          <a:prstGeom prst="rect">
            <a:avLst/>
          </a:prstGeom>
          <a:noFill/>
          <a:ln w="0">
            <a:noFill/>
          </a:ln>
        </p:spPr>
      </p:pic>
      <p:pic>
        <p:nvPicPr>
          <p:cNvPr id="103" name=""/>
          <p:cNvPicPr/>
          <p:nvPr/>
        </p:nvPicPr>
        <p:blipFill>
          <a:blip r:embed="rId2"/>
          <a:stretch/>
        </p:blipFill>
        <p:spPr>
          <a:xfrm>
            <a:off x="7124760" y="1152000"/>
            <a:ext cx="4721400" cy="50198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140760"/>
            <a:ext cx="10965600" cy="675000"/>
          </a:xfrm>
          <a:prstGeom prst="rect">
            <a:avLst/>
          </a:prstGeom>
          <a:noFill/>
          <a:ln w="0">
            <a:noFill/>
          </a:ln>
        </p:spPr>
        <p:txBody>
          <a:bodyPr lIns="0" rIns="0" tIns="0" bIns="0" anchor="ctr">
            <a:spAutoFit/>
          </a:bodyPr>
          <a:p>
            <a:pPr indent="0" algn="ctr">
              <a:lnSpc>
                <a:spcPct val="100000"/>
              </a:lnSpc>
              <a:buNone/>
              <a:tabLst>
                <a:tab algn="l" pos="0"/>
              </a:tabLst>
            </a:pPr>
            <a:r>
              <a:rPr lang="en-US" sz="4400" b="1" u="none" strike="noStrike">
                <a:solidFill>
                  <a:srgbClr val="ff0000"/>
                </a:solidFill>
                <a:effectLst/>
                <a:uFillTx/>
                <a:latin typeface="Arial"/>
              </a:rPr>
              <a:t>0H 3</a:t>
            </a:r>
            <a:endParaRPr lang="en-US" sz="4400" b="0" u="none" strike="noStrike">
              <a:solidFill>
                <a:srgbClr val="000000"/>
              </a:solidFill>
              <a:effectLst/>
              <a:uFillTx/>
              <a:latin typeface="Arial"/>
            </a:endParaRPr>
          </a:p>
        </p:txBody>
      </p:sp>
      <p:pic>
        <p:nvPicPr>
          <p:cNvPr id="105" name="Picture 115"/>
          <p:cNvPicPr/>
          <p:nvPr/>
        </p:nvPicPr>
        <p:blipFill>
          <a:blip r:embed="rId1"/>
          <a:stretch/>
        </p:blipFill>
        <p:spPr>
          <a:xfrm>
            <a:off x="475920" y="914400"/>
            <a:ext cx="5234760" cy="5464800"/>
          </a:xfrm>
          <a:prstGeom prst="rect">
            <a:avLst/>
          </a:prstGeom>
          <a:noFill/>
          <a:ln w="0">
            <a:noFill/>
          </a:ln>
        </p:spPr>
      </p:pic>
      <p:pic>
        <p:nvPicPr>
          <p:cNvPr id="106" name="Picture 116"/>
          <p:cNvPicPr/>
          <p:nvPr/>
        </p:nvPicPr>
        <p:blipFill>
          <a:blip r:embed="rId2"/>
          <a:stretch/>
        </p:blipFill>
        <p:spPr>
          <a:xfrm>
            <a:off x="5943600" y="914400"/>
            <a:ext cx="4826520" cy="54820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1_Green Color">
  <a:themeElements>
    <a:clrScheme name="">
      <a:dk1>
        <a:srgbClr val="000000"/>
      </a:dk1>
      <a:lt1>
        <a:srgbClr val="ffffff"/>
      </a:lt1>
      <a:dk2>
        <a:srgbClr val="000000"/>
      </a:dk2>
      <a:lt2>
        <a:srgbClr val="969696"/>
      </a:lt2>
      <a:accent1>
        <a:srgbClr val="009900"/>
      </a:accent1>
      <a:accent2>
        <a:srgbClr val="99cc00"/>
      </a:accent2>
      <a:accent3>
        <a:srgbClr val="ffffff"/>
      </a:accent3>
      <a:accent4>
        <a:srgbClr val="000000"/>
      </a:accent4>
      <a:accent5>
        <a:srgbClr val="aacaaa"/>
      </a:accent5>
      <a:accent6>
        <a:srgbClr val="8ab900"/>
      </a:accent6>
      <a:hlink>
        <a:srgbClr val="002060"/>
      </a:hlink>
      <a:folHlink>
        <a:srgbClr val="996600"/>
      </a:folHlink>
    </a:clrScheme>
    <a:fontScheme name="Green Color">
      <a:majorFont>
        <a:latin typeface="Arial" pitchFamily="0" charset="1"/>
        <a:ea typeface="SimSun" pitchFamily="0" charset="1"/>
        <a:cs typeface=""/>
      </a:majorFont>
      <a:minorFont>
        <a:latin typeface="Arial" pitchFamily="0" charset="1"/>
        <a:ea typeface="SimSun" pitchFamily="0" charset="1"/>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939</TotalTime>
  <Application>LibreOffice/25.8.4.2$Windows_X86_64 LibreOffice_project/290daaa01b999472f0c7a3890eb6a550fd74c6df</Application>
  <AppVersion>15.0000</AppVersion>
  <Words>3518</Words>
  <Paragraphs>166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2024-11-18T13:41:00Z</dcterms:created>
  <dc:creator>Nahuel-Hernan Ramos</dc:creator>
  <dc:description/>
  <dc:language>en-US</dc:language>
  <cp:lastModifiedBy/>
  <dcterms:modified xsi:type="dcterms:W3CDTF">2026-02-05T09:17:38Z</dcterms:modified>
  <cp:revision>1007</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01A98073925847589F8FCE52CF4D9B10_13</vt:lpwstr>
  </property>
  <property fmtid="{D5CDD505-2E9C-101B-9397-08002B2CF9AE}" pid="3" name="KSOProductBuildVer">
    <vt:lpwstr>2057-12.9.0.21549</vt:lpwstr>
  </property>
  <property fmtid="{D5CDD505-2E9C-101B-9397-08002B2CF9AE}" pid="4" name="PresentationFormat">
    <vt:lpwstr>Panorámica</vt:lpwstr>
  </property>
  <property fmtid="{D5CDD505-2E9C-101B-9397-08002B2CF9AE}" pid="5" name="Slides">
    <vt:i4>15</vt:i4>
  </property>
</Properties>
</file>