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6320" cy="576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78400" cy="4946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78400" cy="4946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09120" cy="1319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1960" cy="8175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1960" cy="36781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7160" cy="8175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7160" cy="36781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8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6160" cy="1593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5720" cy="4867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6160" cy="380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6160" cy="1593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5720" cy="4867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6160" cy="38052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6720" cy="593064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0080" cy="593064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6800" cy="10760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6320" cy="576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6320" cy="4946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6320" cy="576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6320" cy="4946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9120" cy="2846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9120" cy="1493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5640" cy="6851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6320" cy="5760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416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38240" cy="469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32000" cy="289404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5/2/2025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6320" cy="75564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AXONS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66320" cy="5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SCRIPT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8600" y="685800"/>
            <a:ext cx="11656440" cy="72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Methods:</a:t>
            </a:r>
            <a:r>
              <a:rPr lang="en-US" sz="3000" b="0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Automatic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Intensity-aware bridging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Shortest-path stitching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Manual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Napari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966320" cy="5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AUTOMATIC METHODS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28600" y="685800"/>
            <a:ext cx="11656440" cy="75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A) Intensity-aware bridging(straight bridge + intensity check)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Try to connect two nearby neurite endpoints with a candidate line/tube, only keep the bridge if most of the path stays bright (neurite-like) or reject bridges that pass through dark/background space.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the pixels along that line are mostly bright (neurite-like) → accept the bridge.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the line goes through dark background → reject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B) Shortest-path stitching in an intensity cost map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Instead of a straight line, search for a path between endpoints in a small region, make bright pixels “cheap” to pass and dark pixels “expensive.”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a low-cost (bright-following) path exists, connect along it and helps follow curved neurites and avoids dark gaps.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Then ask: Is there a low-cost path between the two endpoints inside a small box?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yes → connect along that curved path.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If the only possible path goes through dark pixels (high cost) → don’t connect.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914400" y="914400"/>
            <a:ext cx="10056240" cy="22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2a6099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2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 use manual controls in Napari to join fragments of a branch and generate a dynamic dataset where I can modify the cell ID value where the lysosome is located and save the dataset with the change.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5"/>
          <p:cNvSpPr/>
          <p:nvPr/>
        </p:nvSpPr>
        <p:spPr>
          <a:xfrm>
            <a:off x="609480" y="235800"/>
            <a:ext cx="1096632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MANUAL METHOD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1314720" y="2743200"/>
            <a:ext cx="2800080" cy="378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2"/>
          <a:stretch/>
        </p:blipFill>
        <p:spPr>
          <a:xfrm>
            <a:off x="4267080" y="2400840"/>
            <a:ext cx="5105520" cy="10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3"/>
          <a:stretch/>
        </p:blipFill>
        <p:spPr>
          <a:xfrm>
            <a:off x="9416880" y="2514600"/>
            <a:ext cx="2470320" cy="415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9360" y="73080"/>
            <a:ext cx="10966320" cy="63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FILES: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scan_40A_UAS-TMEM-HA_axon_0h_again_2_051222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scan_40A_UAS-TMEM-HA_axon_0h_again_3_051222</a:t>
            </a:r>
            <a:br>
              <a:rPr sz="3200"/>
            </a:br>
            <a:br>
              <a:rPr sz="3200"/>
            </a:b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42200"/>
            <a:ext cx="2590560" cy="67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s 104"/>
          <p:cNvSpPr/>
          <p:nvPr/>
        </p:nvSpPr>
        <p:spPr>
          <a:xfrm>
            <a:off x="0" y="1143000"/>
            <a:ext cx="2511000" cy="5254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2514600" y="815400"/>
            <a:ext cx="4646880" cy="57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7315200" y="815400"/>
            <a:ext cx="4800960" cy="55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141480"/>
            <a:ext cx="10966320" cy="67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108"/>
          <p:cNvPicPr/>
          <p:nvPr/>
        </p:nvPicPr>
        <p:blipFill>
          <a:blip r:embed="rId1"/>
          <a:stretch/>
        </p:blipFill>
        <p:spPr>
          <a:xfrm>
            <a:off x="457200" y="914400"/>
            <a:ext cx="4960800" cy="525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109"/>
          <p:cNvPicPr/>
          <p:nvPr/>
        </p:nvPicPr>
        <p:blipFill>
          <a:blip r:embed="rId2"/>
          <a:stretch/>
        </p:blipFill>
        <p:spPr>
          <a:xfrm>
            <a:off x="5718600" y="951840"/>
            <a:ext cx="4339800" cy="522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905120" cy="67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0" y="685800"/>
            <a:ext cx="6172200" cy="376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/>
          <p:cNvPicPr/>
          <p:nvPr/>
        </p:nvPicPr>
        <p:blipFill>
          <a:blip r:embed="rId2"/>
          <a:stretch/>
        </p:blipFill>
        <p:spPr>
          <a:xfrm>
            <a:off x="7086600" y="457200"/>
            <a:ext cx="47444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3"/>
          <a:stretch/>
        </p:blipFill>
        <p:spPr>
          <a:xfrm>
            <a:off x="511920" y="4572000"/>
            <a:ext cx="5431680" cy="224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141480"/>
            <a:ext cx="10966320" cy="67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s 111"/>
          <p:cNvSpPr/>
          <p:nvPr/>
        </p:nvSpPr>
        <p:spPr>
          <a:xfrm>
            <a:off x="360" y="1143360"/>
            <a:ext cx="2511000" cy="5254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CLOSING = 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max_gap_UM =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2286000" y="1139760"/>
            <a:ext cx="4766400" cy="525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/>
          <p:cNvPicPr/>
          <p:nvPr/>
        </p:nvPicPr>
        <p:blipFill>
          <a:blip r:embed="rId2"/>
          <a:stretch/>
        </p:blipFill>
        <p:spPr>
          <a:xfrm>
            <a:off x="7123680" y="1143000"/>
            <a:ext cx="4763520" cy="526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141480"/>
            <a:ext cx="10966320" cy="67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115"/>
          <p:cNvPicPr/>
          <p:nvPr/>
        </p:nvPicPr>
        <p:blipFill>
          <a:blip r:embed="rId1"/>
          <a:stretch/>
        </p:blipFill>
        <p:spPr>
          <a:xfrm>
            <a:off x="475920" y="914400"/>
            <a:ext cx="5235480" cy="546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16"/>
          <p:cNvPicPr/>
          <p:nvPr/>
        </p:nvPicPr>
        <p:blipFill>
          <a:blip r:embed="rId2"/>
          <a:stretch/>
        </p:blipFill>
        <p:spPr>
          <a:xfrm>
            <a:off x="5943600" y="914400"/>
            <a:ext cx="4827240" cy="548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28600" y="141480"/>
            <a:ext cx="1676520" cy="67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0" y="914400"/>
            <a:ext cx="3989880" cy="50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/>
          <p:cNvPicPr/>
          <p:nvPr/>
        </p:nvPicPr>
        <p:blipFill>
          <a:blip r:embed="rId2"/>
          <a:stretch/>
        </p:blipFill>
        <p:spPr>
          <a:xfrm>
            <a:off x="4019040" y="685800"/>
            <a:ext cx="3524760" cy="618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3"/>
          <a:stretch/>
        </p:blipFill>
        <p:spPr>
          <a:xfrm>
            <a:off x="7695000" y="3648600"/>
            <a:ext cx="4420800" cy="320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</TotalTime>
  <Application>LibreOffice/25.8.4.2$Windows_X86_64 LibreOffice_project/290daaa01b999472f0c7a3890eb6a550fd74c6df</Application>
  <AppVersion>15.0000</AppVersion>
  <Words>3518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2026-02-04T23:49:51Z</dcterms:modified>
  <cp:revision>1001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15</vt:i4>
  </property>
</Properties>
</file>