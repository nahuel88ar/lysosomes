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media/image14.wmf" ContentType="image/x-wmf"/>
  <Override PartName="/ppt/media/image13.wmf" ContentType="image/x-wmf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0560" cy="570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0560" cy="49406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3360" cy="2840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3360" cy="1487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0560" cy="570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0560" cy="570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72640" cy="49406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72640" cy="49406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03360" cy="13132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46200" cy="811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46200" cy="36723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1400" cy="811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1400" cy="36723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30960" cy="592488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14320" cy="592488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0400" cy="1587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59960" cy="4861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0400" cy="3799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0400" cy="1587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59960" cy="4861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0400" cy="37994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31040" cy="10702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9880" cy="68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0560" cy="570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0560" cy="494064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4840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32480" cy="464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image" Target="../media/image14.wmf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26240" cy="288828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6/4/2025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-5760"/>
            <a:ext cx="10960560" cy="5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SCRIPT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s 72"/>
          <p:cNvSpPr/>
          <p:nvPr/>
        </p:nvSpPr>
        <p:spPr>
          <a:xfrm>
            <a:off x="228600" y="685800"/>
            <a:ext cx="11650680" cy="80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  </a:t>
            </a:r>
            <a:r>
              <a:rPr lang="en-US" sz="30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 </a:t>
            </a: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BEFORE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lvl="1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NOW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1"/>
          <a:stretch/>
        </p:blipFill>
        <p:spPr>
          <a:xfrm>
            <a:off x="8355960" y="914400"/>
            <a:ext cx="2807640" cy="19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2"/>
          <a:stretch/>
        </p:blipFill>
        <p:spPr>
          <a:xfrm>
            <a:off x="5154480" y="914400"/>
            <a:ext cx="2845800" cy="191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75"/>
          <p:cNvPicPr/>
          <p:nvPr/>
        </p:nvPicPr>
        <p:blipFill>
          <a:blip r:embed="rId3"/>
          <a:stretch/>
        </p:blipFill>
        <p:spPr>
          <a:xfrm>
            <a:off x="914400" y="1305360"/>
            <a:ext cx="3380400" cy="52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76"/>
          <p:cNvPicPr/>
          <p:nvPr/>
        </p:nvPicPr>
        <p:blipFill>
          <a:blip r:embed="rId4"/>
          <a:stretch/>
        </p:blipFill>
        <p:spPr>
          <a:xfrm>
            <a:off x="6167880" y="3789000"/>
            <a:ext cx="1446480" cy="108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77"/>
          <p:cNvPicPr/>
          <p:nvPr/>
        </p:nvPicPr>
        <p:blipFill>
          <a:blip r:embed="rId5"/>
          <a:stretch/>
        </p:blipFill>
        <p:spPr>
          <a:xfrm>
            <a:off x="8355960" y="3933000"/>
            <a:ext cx="1893960" cy="72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78"/>
          <p:cNvPicPr/>
          <p:nvPr/>
        </p:nvPicPr>
        <p:blipFill>
          <a:blip r:embed="rId6"/>
          <a:stretch/>
        </p:blipFill>
        <p:spPr>
          <a:xfrm>
            <a:off x="285480" y="2743200"/>
            <a:ext cx="4971240" cy="299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Picture 79"/>
          <p:cNvPicPr/>
          <p:nvPr/>
        </p:nvPicPr>
        <p:blipFill>
          <a:blip r:embed="rId7"/>
          <a:stretch/>
        </p:blipFill>
        <p:spPr>
          <a:xfrm>
            <a:off x="6095880" y="5588640"/>
            <a:ext cx="1608480" cy="106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80"/>
          <p:cNvPicPr/>
          <p:nvPr/>
        </p:nvPicPr>
        <p:blipFill>
          <a:blip r:embed="rId8"/>
          <a:stretch/>
        </p:blipFill>
        <p:spPr>
          <a:xfrm>
            <a:off x="7803720" y="5744160"/>
            <a:ext cx="4075560" cy="88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Straight Connector 81"/>
          <p:cNvSpPr/>
          <p:nvPr/>
        </p:nvSpPr>
        <p:spPr>
          <a:xfrm>
            <a:off x="8686800" y="2286000"/>
            <a:ext cx="22860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SimSun"/>
            </a:endParaRPr>
          </a:p>
        </p:txBody>
      </p:sp>
      <p:sp>
        <p:nvSpPr>
          <p:cNvPr id="83" name=""/>
          <p:cNvSpPr/>
          <p:nvPr/>
        </p:nvSpPr>
        <p:spPr>
          <a:xfrm>
            <a:off x="7086600" y="3200400"/>
            <a:ext cx="3885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EXAMPLES WITH NUMBERS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343400" y="6027120"/>
            <a:ext cx="1751760" cy="60156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SYMMETRIC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0363320" y="4114800"/>
            <a:ext cx="1751760" cy="60156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ASYMMETRIC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791320" y="228600"/>
            <a:ext cx="1751760" cy="60156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SYMMETRIC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8991720" y="228600"/>
            <a:ext cx="1751760" cy="601560"/>
          </a:xfrm>
          <a:prstGeom prst="rect">
            <a:avLst/>
          </a:prstGeom>
          <a:solidFill>
            <a:srgbClr val="b4c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ASYMMETRIC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9"/>
          <p:cNvSpPr/>
          <p:nvPr/>
        </p:nvSpPr>
        <p:spPr>
          <a:xfrm>
            <a:off x="1143000" y="2743560"/>
            <a:ext cx="10960560" cy="749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136440"/>
            <a:ext cx="258480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s 7"/>
          <p:cNvSpPr/>
          <p:nvPr/>
        </p:nvSpPr>
        <p:spPr>
          <a:xfrm>
            <a:off x="1440" y="914400"/>
            <a:ext cx="2283120" cy="5248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Picture 85"/>
          <p:cNvPicPr/>
          <p:nvPr/>
        </p:nvPicPr>
        <p:blipFill>
          <a:blip r:embed="rId1"/>
          <a:stretch/>
        </p:blipFill>
        <p:spPr>
          <a:xfrm>
            <a:off x="2057400" y="1371600"/>
            <a:ext cx="4823640" cy="41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86"/>
          <p:cNvPicPr/>
          <p:nvPr/>
        </p:nvPicPr>
        <p:blipFill>
          <a:blip r:embed="rId2"/>
          <a:stretch/>
        </p:blipFill>
        <p:spPr>
          <a:xfrm>
            <a:off x="7062480" y="1371600"/>
            <a:ext cx="4823640" cy="411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136440"/>
            <a:ext cx="2584800" cy="6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88"/>
          <p:cNvPicPr/>
          <p:nvPr/>
        </p:nvPicPr>
        <p:blipFill>
          <a:blip r:embed="rId1"/>
          <a:stretch/>
        </p:blipFill>
        <p:spPr>
          <a:xfrm>
            <a:off x="0" y="1595880"/>
            <a:ext cx="4816800" cy="411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89"/>
          <p:cNvPicPr/>
          <p:nvPr/>
        </p:nvPicPr>
        <p:blipFill>
          <a:blip r:embed="rId2"/>
          <a:stretch/>
        </p:blipFill>
        <p:spPr>
          <a:xfrm>
            <a:off x="5715000" y="1582920"/>
            <a:ext cx="4829760" cy="413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2"/>
          <p:cNvSpPr/>
          <p:nvPr/>
        </p:nvSpPr>
        <p:spPr>
          <a:xfrm>
            <a:off x="609480" y="-193680"/>
            <a:ext cx="3503880" cy="13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91"/>
          <p:cNvPicPr/>
          <p:nvPr/>
        </p:nvPicPr>
        <p:blipFill>
          <a:blip r:embed="rId1"/>
          <a:stretch/>
        </p:blipFill>
        <p:spPr>
          <a:xfrm>
            <a:off x="228600" y="685800"/>
            <a:ext cx="2737080" cy="325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Picture 92"/>
          <p:cNvPicPr/>
          <p:nvPr/>
        </p:nvPicPr>
        <p:blipFill>
          <a:blip r:embed="rId2"/>
          <a:stretch/>
        </p:blipFill>
        <p:spPr>
          <a:xfrm>
            <a:off x="2057400" y="3657600"/>
            <a:ext cx="2513520" cy="310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93"/>
          <p:cNvPicPr/>
          <p:nvPr/>
        </p:nvPicPr>
        <p:blipFill>
          <a:blip r:embed="rId3"/>
          <a:stretch/>
        </p:blipFill>
        <p:spPr>
          <a:xfrm>
            <a:off x="5266800" y="545760"/>
            <a:ext cx="3345480" cy="288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94"/>
          <p:cNvPicPr/>
          <p:nvPr/>
        </p:nvPicPr>
        <p:blipFill>
          <a:blip r:embed="rId4"/>
          <a:stretch/>
        </p:blipFill>
        <p:spPr>
          <a:xfrm>
            <a:off x="5715000" y="3860280"/>
            <a:ext cx="3248280" cy="276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4"/>
          <p:cNvSpPr/>
          <p:nvPr/>
        </p:nvSpPr>
        <p:spPr>
          <a:xfrm>
            <a:off x="609480" y="-193680"/>
            <a:ext cx="3503880" cy="13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96"/>
          <p:cNvPicPr/>
          <p:nvPr/>
        </p:nvPicPr>
        <p:blipFill>
          <a:blip r:embed="rId1"/>
          <a:stretch/>
        </p:blipFill>
        <p:spPr>
          <a:xfrm>
            <a:off x="6104160" y="741240"/>
            <a:ext cx="3267360" cy="291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97"/>
          <p:cNvPicPr/>
          <p:nvPr/>
        </p:nvPicPr>
        <p:blipFill>
          <a:blip r:embed="rId2"/>
          <a:stretch/>
        </p:blipFill>
        <p:spPr>
          <a:xfrm>
            <a:off x="6104160" y="3749040"/>
            <a:ext cx="3267360" cy="294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98"/>
          <p:cNvPicPr/>
          <p:nvPr/>
        </p:nvPicPr>
        <p:blipFill>
          <a:blip r:embed="rId3"/>
          <a:stretch/>
        </p:blipFill>
        <p:spPr>
          <a:xfrm>
            <a:off x="1371600" y="914400"/>
            <a:ext cx="3532680" cy="27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99"/>
          <p:cNvPicPr/>
          <p:nvPr/>
        </p:nvPicPr>
        <p:blipFill>
          <a:blip r:embed="rId4"/>
          <a:stretch/>
        </p:blipFill>
        <p:spPr>
          <a:xfrm>
            <a:off x="1286640" y="3886200"/>
            <a:ext cx="3741480" cy="281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6"/>
          <p:cNvSpPr/>
          <p:nvPr/>
        </p:nvSpPr>
        <p:spPr>
          <a:xfrm>
            <a:off x="609480" y="137520"/>
            <a:ext cx="1096056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1(manual analysis)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101"/>
          <p:cNvPicPr/>
          <p:nvPr/>
        </p:nvPicPr>
        <p:blipFill>
          <a:blip r:embed="rId1"/>
          <a:stretch/>
        </p:blipFill>
        <p:spPr>
          <a:xfrm>
            <a:off x="2057400" y="1143000"/>
            <a:ext cx="7853400" cy="548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6"/>
          <p:cNvSpPr/>
          <p:nvPr/>
        </p:nvSpPr>
        <p:spPr>
          <a:xfrm>
            <a:off x="468000" y="235800"/>
            <a:ext cx="1096056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 1(manual.VS.aut COMPARATIVE)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103"/>
          <p:cNvPicPr/>
          <p:nvPr/>
        </p:nvPicPr>
        <p:blipFill>
          <a:blip r:embed="rId1"/>
          <a:stretch/>
        </p:blipFill>
        <p:spPr>
          <a:xfrm>
            <a:off x="4572000" y="4114800"/>
            <a:ext cx="6043680" cy="138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104"/>
          <p:cNvPicPr/>
          <p:nvPr/>
        </p:nvPicPr>
        <p:blipFill>
          <a:blip r:embed="rId2"/>
          <a:stretch/>
        </p:blipFill>
        <p:spPr>
          <a:xfrm>
            <a:off x="4600800" y="1371600"/>
            <a:ext cx="2713320" cy="195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Picture 105"/>
          <p:cNvPicPr/>
          <p:nvPr/>
        </p:nvPicPr>
        <p:blipFill>
          <a:blip r:embed="rId3"/>
          <a:stretch/>
        </p:blipFill>
        <p:spPr>
          <a:xfrm>
            <a:off x="609840" y="793080"/>
            <a:ext cx="3275280" cy="606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/>
          <p:cNvPicPr/>
          <p:nvPr/>
        </p:nvPicPr>
        <p:blipFill>
          <a:blip r:embed="rId1"/>
          <a:stretch/>
        </p:blipFill>
        <p:spPr>
          <a:xfrm>
            <a:off x="1569600" y="1676160"/>
            <a:ext cx="5974200" cy="403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4"/>
          <p:cNvSpPr/>
          <p:nvPr/>
        </p:nvSpPr>
        <p:spPr>
          <a:xfrm>
            <a:off x="468000" y="23940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L3-1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5"/>
          <p:cNvSpPr/>
          <p:nvPr/>
        </p:nvSpPr>
        <p:spPr>
          <a:xfrm>
            <a:off x="468000" y="23940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L3-2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/>
          <p:cNvPicPr/>
          <p:nvPr/>
        </p:nvPicPr>
        <p:blipFill>
          <a:blip r:embed="rId1"/>
          <a:stretch/>
        </p:blipFill>
        <p:spPr>
          <a:xfrm>
            <a:off x="2743200" y="1587240"/>
            <a:ext cx="5693760" cy="389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7"/>
          <p:cNvSpPr/>
          <p:nvPr/>
        </p:nvSpPr>
        <p:spPr>
          <a:xfrm>
            <a:off x="468000" y="23940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L3-3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"/>
          <p:cNvPicPr/>
          <p:nvPr/>
        </p:nvPicPr>
        <p:blipFill>
          <a:blip r:embed="rId1"/>
          <a:stretch/>
        </p:blipFill>
        <p:spPr>
          <a:xfrm>
            <a:off x="2514600" y="1143000"/>
            <a:ext cx="5715000" cy="509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8"/>
          <p:cNvSpPr/>
          <p:nvPr/>
        </p:nvSpPr>
        <p:spPr>
          <a:xfrm>
            <a:off x="468000" y="23940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L3-4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/>
          <p:cNvPicPr/>
          <p:nvPr/>
        </p:nvPicPr>
        <p:blipFill>
          <a:blip r:embed="rId1"/>
          <a:stretch/>
        </p:blipFill>
        <p:spPr>
          <a:xfrm>
            <a:off x="2225160" y="1739880"/>
            <a:ext cx="8061840" cy="306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9"/>
          <p:cNvSpPr/>
          <p:nvPr/>
        </p:nvSpPr>
        <p:spPr>
          <a:xfrm>
            <a:off x="468000" y="23940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L3-5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/>
          <p:cNvPicPr/>
          <p:nvPr/>
        </p:nvPicPr>
        <p:blipFill>
          <a:blip r:embed="rId1"/>
          <a:stretch/>
        </p:blipFill>
        <p:spPr>
          <a:xfrm>
            <a:off x="2286000" y="1828800"/>
            <a:ext cx="6694200" cy="4019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5"/>
          <p:cNvSpPr/>
          <p:nvPr/>
        </p:nvSpPr>
        <p:spPr>
          <a:xfrm>
            <a:off x="468000" y="23904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0H-3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"/>
          <p:cNvPicPr/>
          <p:nvPr/>
        </p:nvPicPr>
        <p:blipFill>
          <a:blip r:embed="rId1"/>
          <a:stretch/>
        </p:blipFill>
        <p:spPr>
          <a:xfrm>
            <a:off x="457200" y="1629000"/>
            <a:ext cx="9735480" cy="339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3"/>
          <p:cNvSpPr/>
          <p:nvPr/>
        </p:nvSpPr>
        <p:spPr>
          <a:xfrm>
            <a:off x="468000" y="23904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0H-4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1"/>
          <a:stretch/>
        </p:blipFill>
        <p:spPr>
          <a:xfrm>
            <a:off x="914400" y="2160720"/>
            <a:ext cx="9669960" cy="286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8"/>
          <p:cNvSpPr/>
          <p:nvPr/>
        </p:nvSpPr>
        <p:spPr>
          <a:xfrm>
            <a:off x="468000" y="23904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0H-5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"/>
          <p:cNvPicPr/>
          <p:nvPr/>
        </p:nvPicPr>
        <p:blipFill>
          <a:blip r:embed="rId1"/>
          <a:stretch/>
        </p:blipFill>
        <p:spPr>
          <a:xfrm>
            <a:off x="2783520" y="1371600"/>
            <a:ext cx="5445720" cy="500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1"/>
          <p:cNvSpPr/>
          <p:nvPr/>
        </p:nvSpPr>
        <p:spPr>
          <a:xfrm>
            <a:off x="468000" y="23904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3H-1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"/>
          <p:cNvPicPr/>
          <p:nvPr/>
        </p:nvPicPr>
        <p:blipFill>
          <a:blip r:embed="rId1"/>
          <a:stretch/>
        </p:blipFill>
        <p:spPr>
          <a:xfrm>
            <a:off x="2743200" y="938520"/>
            <a:ext cx="4571640" cy="569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0"/>
          <p:cNvSpPr/>
          <p:nvPr/>
        </p:nvSpPr>
        <p:spPr>
          <a:xfrm>
            <a:off x="468000" y="23904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3H-2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"/>
          <p:cNvPicPr/>
          <p:nvPr/>
        </p:nvPicPr>
        <p:blipFill>
          <a:blip r:embed="rId1"/>
          <a:stretch/>
        </p:blipFill>
        <p:spPr>
          <a:xfrm>
            <a:off x="2057400" y="1174680"/>
            <a:ext cx="5434560" cy="431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7"/>
          <p:cNvSpPr/>
          <p:nvPr/>
        </p:nvSpPr>
        <p:spPr>
          <a:xfrm>
            <a:off x="468000" y="23904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3H-3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"/>
          <p:cNvPicPr/>
          <p:nvPr/>
        </p:nvPicPr>
        <p:blipFill>
          <a:blip r:embed="rId1"/>
          <a:stretch/>
        </p:blipFill>
        <p:spPr>
          <a:xfrm>
            <a:off x="1828800" y="1600200"/>
            <a:ext cx="6197040" cy="405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2"/>
          <p:cNvSpPr/>
          <p:nvPr/>
        </p:nvSpPr>
        <p:spPr>
          <a:xfrm>
            <a:off x="468000" y="23904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3H-4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"/>
          <p:cNvPicPr/>
          <p:nvPr/>
        </p:nvPicPr>
        <p:blipFill>
          <a:blip r:embed="rId1"/>
          <a:stretch/>
        </p:blipFill>
        <p:spPr>
          <a:xfrm>
            <a:off x="2446560" y="1600200"/>
            <a:ext cx="7281360" cy="365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3"/>
          <p:cNvSpPr/>
          <p:nvPr/>
        </p:nvSpPr>
        <p:spPr>
          <a:xfrm>
            <a:off x="468000" y="239040"/>
            <a:ext cx="109605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3H-5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"/>
          <p:cNvPicPr/>
          <p:nvPr/>
        </p:nvPicPr>
        <p:blipFill>
          <a:blip r:embed="rId1"/>
          <a:stretch/>
        </p:blipFill>
        <p:spPr>
          <a:xfrm>
            <a:off x="2334600" y="1143000"/>
            <a:ext cx="4980240" cy="496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LibreOffice/25.8.5.2$Windows_X86_64 LibreOffice_project/9c8b85f387cc00a89945a79c9e6239f32e450ac2</Application>
  <AppVersion>15.0000</AppVersion>
  <Words>254</Words>
  <Paragraphs>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2026-04-12T19:18:54Z</dcterms:modified>
  <cp:revision>1089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01A98073925847589F8FCE52CF4D9B10_13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9</vt:i4>
  </property>
</Properties>
</file>