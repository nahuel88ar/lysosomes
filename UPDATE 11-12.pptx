
<file path=[Content_Types].xml><?xml version="1.0" encoding="utf-8"?>
<Types xmlns="http://schemas.openxmlformats.org/package/2006/content-types">
  <Default Extension="jpeg" ContentType="image/jpeg"/>
  <Default Extension="JPG" ContentType="image/.jpg"/>
  <Default Extension="png" ContentType="image/png"/>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43" r:id="rId3"/>
    <p:sldId id="816" r:id="rId5"/>
    <p:sldId id="519" r:id="rId6"/>
    <p:sldId id="690" r:id="rId7"/>
    <p:sldId id="692" r:id="rId8"/>
    <p:sldId id="694" r:id="rId9"/>
    <p:sldId id="699" r:id="rId10"/>
    <p:sldId id="700" r:id="rId11"/>
    <p:sldId id="702" r:id="rId12"/>
    <p:sldId id="724" r:id="rId13"/>
    <p:sldId id="701" r:id="rId14"/>
    <p:sldId id="814" r:id="rId15"/>
    <p:sldId id="817" r:id="rId16"/>
    <p:sldId id="819" r:id="rId17"/>
    <p:sldId id="822" r:id="rId18"/>
    <p:sldId id="824" r:id="rId19"/>
    <p:sldId id="826" r:id="rId20"/>
    <p:sldId id="828" r:id="rId21"/>
    <p:sldId id="830" r:id="rId22"/>
    <p:sldId id="832"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94660"/>
  </p:normalViewPr>
  <p:slideViewPr>
    <p:cSldViewPr snapToGrid="0">
      <p:cViewPr varScale="1">
        <p:scale>
          <a:sx n="151" d="100"/>
          <a:sy n="151" d="100"/>
        </p:scale>
        <p:origin x="624" y="1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7" Type="http://schemas.openxmlformats.org/officeDocument/2006/relationships/commentAuthors" Target="commentAuthors.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GB"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GB"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3"/>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2051" name="Rectangle 3"/>
          <p:cNvSpPr>
            <a:spLocks noGrp="1" noChangeArrowheads="1"/>
          </p:cNvSpPr>
          <p:nvPr>
            <p:ph type="ctrTitle"/>
          </p:nvPr>
        </p:nvSpPr>
        <p:spPr>
          <a:xfrm>
            <a:off x="624417" y="3717925"/>
            <a:ext cx="10943167" cy="1082675"/>
          </a:xfrm>
        </p:spPr>
        <p:txBody>
          <a:bodyPr/>
          <a:lstStyle>
            <a:lvl1pPr algn="r">
              <a:defRPr/>
            </a:lvl1pPr>
          </a:lstStyle>
          <a:p>
            <a:pPr lvl="0"/>
            <a:r>
              <a:rPr lang="en-US" altLang="zh-CN" noProof="0"/>
              <a:t>Click to edit Master title style</a:t>
            </a:r>
            <a:endParaRPr lang="en-US" altLang="zh-CN" noProof="0"/>
          </a:p>
        </p:txBody>
      </p:sp>
      <p:sp>
        <p:nvSpPr>
          <p:cNvPr id="2052" name="Rectangle 4"/>
          <p:cNvSpPr>
            <a:spLocks noGrp="1" noChangeArrowheads="1"/>
          </p:cNvSpPr>
          <p:nvPr>
            <p:ph type="subTitle" idx="1"/>
          </p:nvPr>
        </p:nvSpPr>
        <p:spPr>
          <a:xfrm>
            <a:off x="626533" y="4940300"/>
            <a:ext cx="10949517" cy="981075"/>
          </a:xfrm>
        </p:spPr>
        <p:txBody>
          <a:bodyPr/>
          <a:lstStyle>
            <a:lvl1pPr marL="0" indent="0" algn="r">
              <a:buFontTx/>
              <a:buNone/>
              <a:defRPr/>
            </a:lvl1pPr>
          </a:lstStyle>
          <a:p>
            <a:pPr lvl="0"/>
            <a:r>
              <a:rPr lang="en-US" altLang="zh-CN" noProof="0"/>
              <a:t>Click to edit Master subtitle style</a:t>
            </a:r>
            <a:endParaRPr lang="en-US" altLang="zh-CN" noProof="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1E351CED-465B-40B5-ADCE-957C918F227B}" type="datetimeFigureOut">
              <a:rPr lang="en-US" smtClean="0"/>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5A33CB2A-1702-4C1D-9CC4-8D472D39F19E}"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E351CED-465B-40B5-ADCE-957C918F227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33CB2A-1702-4C1D-9CC4-8D472D39F19E}"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E351CED-465B-40B5-ADCE-957C918F227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33CB2A-1702-4C1D-9CC4-8D472D39F19E}"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E351CED-465B-40B5-ADCE-957C918F227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33CB2A-1702-4C1D-9CC4-8D472D39F19E}"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40317" y="2505075"/>
            <a:ext cx="5158316"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E351CED-465B-40B5-ADCE-957C918F227B}"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A33CB2A-1702-4C1D-9CC4-8D472D39F19E}"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E351CED-465B-40B5-ADCE-957C918F227B}"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A33CB2A-1702-4C1D-9CC4-8D472D39F19E}"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351CED-465B-40B5-ADCE-957C918F227B}"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A33CB2A-1702-4C1D-9CC4-8D472D39F19E}"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E351CED-465B-40B5-ADCE-957C918F227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33CB2A-1702-4C1D-9CC4-8D472D39F19E}"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E351CED-465B-40B5-ADCE-957C918F227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33CB2A-1702-4C1D-9CC4-8D472D39F19E}"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E351CED-465B-40B5-ADCE-957C918F227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33CB2A-1702-4C1D-9CC4-8D472D39F19E}"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E351CED-465B-40B5-ADCE-957C918F227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33CB2A-1702-4C1D-9CC4-8D472D39F19E}"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10"/>
          <p:cNvPicPr>
            <a:picLocks noChangeAspect="1"/>
          </p:cNvPicPr>
          <p:nvPr/>
        </p:nvPicPr>
        <p:blipFill>
          <a:blip r:embed="rId12"/>
          <a:stretch>
            <a:fillRect/>
          </a:stretch>
        </p:blipFill>
        <p:spPr>
          <a:xfrm>
            <a:off x="0" y="0"/>
            <a:ext cx="12192000"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lstStyle/>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lstStyle/>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1E351CED-465B-40B5-ADCE-957C918F227B}" type="datetimeFigureOut">
              <a:rPr lang="en-US" smtClean="0"/>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5A33CB2A-1702-4C1D-9CC4-8D472D39F19E}"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png"/><Relationship Id="rId3" Type="http://schemas.openxmlformats.org/officeDocument/2006/relationships/tags" Target="../tags/tag1.xml"/><Relationship Id="rId2" Type="http://schemas.microsoft.com/office/2007/relationships/media" Target="../media/media1.mp4"/><Relationship Id="rId1" Type="http://schemas.openxmlformats.org/officeDocument/2006/relationships/video" Target="../media/media1.mp4"/></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9" Type="http://schemas.openxmlformats.org/officeDocument/2006/relationships/image" Target="../media/image16.png"/><Relationship Id="rId8" Type="http://schemas.openxmlformats.org/officeDocument/2006/relationships/image" Target="../media/image15.png"/><Relationship Id="rId7" Type="http://schemas.openxmlformats.org/officeDocument/2006/relationships/image" Target="../media/image14.png"/><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7" Type="http://schemas.openxmlformats.org/officeDocument/2006/relationships/slideLayout" Target="../slideLayouts/slideLayout2.xml"/><Relationship Id="rId16" Type="http://schemas.openxmlformats.org/officeDocument/2006/relationships/image" Target="../media/image23.png"/><Relationship Id="rId15" Type="http://schemas.openxmlformats.org/officeDocument/2006/relationships/image" Target="../media/image22.png"/><Relationship Id="rId14" Type="http://schemas.openxmlformats.org/officeDocument/2006/relationships/image" Target="../media/image21.png"/><Relationship Id="rId13" Type="http://schemas.openxmlformats.org/officeDocument/2006/relationships/image" Target="../media/image20.png"/><Relationship Id="rId12" Type="http://schemas.openxmlformats.org/officeDocument/2006/relationships/image" Target="../media/image19.png"/><Relationship Id="rId11" Type="http://schemas.openxmlformats.org/officeDocument/2006/relationships/image" Target="../media/image18.png"/><Relationship Id="rId10" Type="http://schemas.openxmlformats.org/officeDocument/2006/relationships/image" Target="../media/image17.png"/><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9" Type="http://schemas.openxmlformats.org/officeDocument/2006/relationships/image" Target="../media/image32.png"/><Relationship Id="rId8" Type="http://schemas.openxmlformats.org/officeDocument/2006/relationships/image" Target="../media/image31.png"/><Relationship Id="rId7" Type="http://schemas.openxmlformats.org/officeDocument/2006/relationships/image" Target="../media/image30.png"/><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 Id="rId3" Type="http://schemas.openxmlformats.org/officeDocument/2006/relationships/image" Target="../media/image26.png"/><Relationship Id="rId2" Type="http://schemas.openxmlformats.org/officeDocument/2006/relationships/image" Target="../media/image25.png"/><Relationship Id="rId10" Type="http://schemas.openxmlformats.org/officeDocument/2006/relationships/slideLayout" Target="../slideLayouts/slideLayout2.xml"/><Relationship Id="rId1" Type="http://schemas.openxmlformats.org/officeDocument/2006/relationships/image" Target="../media/image24.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7.png"/><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image" Target="../media/image3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8.png"/><Relationship Id="rId3" Type="http://schemas.openxmlformats.org/officeDocument/2006/relationships/tags" Target="../tags/tag2.xml"/><Relationship Id="rId2" Type="http://schemas.microsoft.com/office/2007/relationships/media" Target="../media/media2.mp4"/><Relationship Id="rId1" Type="http://schemas.openxmlformats.org/officeDocument/2006/relationships/video" Target="../media/media2.mp4"/></Relationships>
</file>

<file path=ppt/slides/_rels/slide14.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43.png"/><Relationship Id="rId7" Type="http://schemas.openxmlformats.org/officeDocument/2006/relationships/image" Target="../media/image42.png"/><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image" Target="../media/image39.png"/></Relationships>
</file>

<file path=ppt/slides/_rels/slide15.xml.rels><?xml version="1.0" encoding="UTF-8" standalone="yes"?>
<Relationships xmlns="http://schemas.openxmlformats.org/package/2006/relationships"><Relationship Id="rId9" Type="http://schemas.openxmlformats.org/officeDocument/2006/relationships/tags" Target="../tags/tag11.xml"/><Relationship Id="rId8" Type="http://schemas.openxmlformats.org/officeDocument/2006/relationships/tags" Target="../tags/tag10.xml"/><Relationship Id="rId7" Type="http://schemas.openxmlformats.org/officeDocument/2006/relationships/tags" Target="../tags/tag9.xml"/><Relationship Id="rId6" Type="http://schemas.openxmlformats.org/officeDocument/2006/relationships/image" Target="../media/image46.png"/><Relationship Id="rId5" Type="http://schemas.openxmlformats.org/officeDocument/2006/relationships/tags" Target="../tags/tag8.xml"/><Relationship Id="rId4" Type="http://schemas.openxmlformats.org/officeDocument/2006/relationships/image" Target="../media/image45.png"/><Relationship Id="rId3" Type="http://schemas.openxmlformats.org/officeDocument/2006/relationships/tags" Target="../tags/tag7.xml"/><Relationship Id="rId2" Type="http://schemas.openxmlformats.org/officeDocument/2006/relationships/image" Target="../media/image44.png"/><Relationship Id="rId10" Type="http://schemas.openxmlformats.org/officeDocument/2006/relationships/slideLayout" Target="../slideLayouts/slideLayout2.xml"/><Relationship Id="rId1" Type="http://schemas.openxmlformats.org/officeDocument/2006/relationships/tags" Target="../tags/tag6.xml"/></Relationships>
</file>

<file path=ppt/slides/_rels/slide16.xml.rels><?xml version="1.0" encoding="UTF-8" standalone="yes"?>
<Relationships xmlns="http://schemas.openxmlformats.org/package/2006/relationships"><Relationship Id="rId9" Type="http://schemas.openxmlformats.org/officeDocument/2006/relationships/image" Target="../media/image55.png"/><Relationship Id="rId8" Type="http://schemas.openxmlformats.org/officeDocument/2006/relationships/image" Target="../media/image54.png"/><Relationship Id="rId7" Type="http://schemas.openxmlformats.org/officeDocument/2006/relationships/image" Target="../media/image53.png"/><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 Id="rId3" Type="http://schemas.openxmlformats.org/officeDocument/2006/relationships/image" Target="../media/image49.png"/><Relationship Id="rId2" Type="http://schemas.openxmlformats.org/officeDocument/2006/relationships/image" Target="../media/image48.png"/><Relationship Id="rId12" Type="http://schemas.openxmlformats.org/officeDocument/2006/relationships/notesSlide" Target="../notesSlides/notesSlide2.xml"/><Relationship Id="rId11" Type="http://schemas.openxmlformats.org/officeDocument/2006/relationships/slideLayout" Target="../slideLayouts/slideLayout2.xml"/><Relationship Id="rId10" Type="http://schemas.openxmlformats.org/officeDocument/2006/relationships/image" Target="../media/image56.png"/><Relationship Id="rId1" Type="http://schemas.openxmlformats.org/officeDocument/2006/relationships/image" Target="../media/image47.png"/></Relationships>
</file>

<file path=ppt/slides/_rels/slide17.xml.rels><?xml version="1.0" encoding="UTF-8" standalone="yes"?>
<Relationships xmlns="http://schemas.openxmlformats.org/package/2006/relationships"><Relationship Id="rId9" Type="http://schemas.openxmlformats.org/officeDocument/2006/relationships/image" Target="../media/image65.png"/><Relationship Id="rId8" Type="http://schemas.openxmlformats.org/officeDocument/2006/relationships/image" Target="../media/image64.png"/><Relationship Id="rId7" Type="http://schemas.openxmlformats.org/officeDocument/2006/relationships/image" Target="../media/image63.png"/><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 Id="rId3" Type="http://schemas.openxmlformats.org/officeDocument/2006/relationships/image" Target="../media/image59.png"/><Relationship Id="rId2" Type="http://schemas.openxmlformats.org/officeDocument/2006/relationships/image" Target="../media/image58.png"/><Relationship Id="rId16" Type="http://schemas.openxmlformats.org/officeDocument/2006/relationships/notesSlide" Target="../notesSlides/notesSlide3.xml"/><Relationship Id="rId15" Type="http://schemas.openxmlformats.org/officeDocument/2006/relationships/slideLayout" Target="../slideLayouts/slideLayout2.xml"/><Relationship Id="rId14" Type="http://schemas.openxmlformats.org/officeDocument/2006/relationships/image" Target="../media/image70.png"/><Relationship Id="rId13" Type="http://schemas.openxmlformats.org/officeDocument/2006/relationships/image" Target="../media/image69.png"/><Relationship Id="rId12" Type="http://schemas.openxmlformats.org/officeDocument/2006/relationships/image" Target="../media/image68.png"/><Relationship Id="rId11" Type="http://schemas.openxmlformats.org/officeDocument/2006/relationships/image" Target="../media/image67.png"/><Relationship Id="rId10" Type="http://schemas.openxmlformats.org/officeDocument/2006/relationships/image" Target="../media/image66.png"/><Relationship Id="rId1" Type="http://schemas.openxmlformats.org/officeDocument/2006/relationships/image" Target="../media/image57.png"/></Relationships>
</file>

<file path=ppt/slides/_rels/slide18.xml.rels><?xml version="1.0" encoding="UTF-8" standalone="yes"?>
<Relationships xmlns="http://schemas.openxmlformats.org/package/2006/relationships"><Relationship Id="rId9" Type="http://schemas.openxmlformats.org/officeDocument/2006/relationships/image" Target="../media/image79.png"/><Relationship Id="rId8" Type="http://schemas.openxmlformats.org/officeDocument/2006/relationships/image" Target="../media/image78.png"/><Relationship Id="rId7" Type="http://schemas.openxmlformats.org/officeDocument/2006/relationships/image" Target="../media/image77.png"/><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 Id="rId3" Type="http://schemas.openxmlformats.org/officeDocument/2006/relationships/image" Target="../media/image73.png"/><Relationship Id="rId25" Type="http://schemas.openxmlformats.org/officeDocument/2006/relationships/slideLayout" Target="../slideLayouts/slideLayout2.xml"/><Relationship Id="rId24" Type="http://schemas.openxmlformats.org/officeDocument/2006/relationships/image" Target="../media/image94.png"/><Relationship Id="rId23" Type="http://schemas.openxmlformats.org/officeDocument/2006/relationships/image" Target="../media/image93.png"/><Relationship Id="rId22" Type="http://schemas.openxmlformats.org/officeDocument/2006/relationships/image" Target="../media/image92.png"/><Relationship Id="rId21" Type="http://schemas.openxmlformats.org/officeDocument/2006/relationships/image" Target="../media/image91.png"/><Relationship Id="rId20" Type="http://schemas.openxmlformats.org/officeDocument/2006/relationships/image" Target="../media/image90.png"/><Relationship Id="rId2" Type="http://schemas.openxmlformats.org/officeDocument/2006/relationships/image" Target="../media/image72.png"/><Relationship Id="rId19" Type="http://schemas.openxmlformats.org/officeDocument/2006/relationships/image" Target="../media/image89.png"/><Relationship Id="rId18" Type="http://schemas.openxmlformats.org/officeDocument/2006/relationships/image" Target="../media/image88.png"/><Relationship Id="rId17" Type="http://schemas.openxmlformats.org/officeDocument/2006/relationships/image" Target="../media/image87.png"/><Relationship Id="rId16" Type="http://schemas.openxmlformats.org/officeDocument/2006/relationships/image" Target="../media/image86.png"/><Relationship Id="rId15" Type="http://schemas.openxmlformats.org/officeDocument/2006/relationships/image" Target="../media/image85.png"/><Relationship Id="rId14" Type="http://schemas.openxmlformats.org/officeDocument/2006/relationships/image" Target="../media/image84.png"/><Relationship Id="rId13" Type="http://schemas.openxmlformats.org/officeDocument/2006/relationships/image" Target="../media/image83.png"/><Relationship Id="rId12" Type="http://schemas.openxmlformats.org/officeDocument/2006/relationships/image" Target="../media/image82.png"/><Relationship Id="rId11" Type="http://schemas.openxmlformats.org/officeDocument/2006/relationships/image" Target="../media/image81.png"/><Relationship Id="rId10" Type="http://schemas.openxmlformats.org/officeDocument/2006/relationships/image" Target="../media/image80.png"/><Relationship Id="rId1" Type="http://schemas.openxmlformats.org/officeDocument/2006/relationships/image" Target="../media/image71.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6.png"/><Relationship Id="rId1" Type="http://schemas.openxmlformats.org/officeDocument/2006/relationships/image" Target="../media/image95.png"/></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00.png"/><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image" Target="../media/image9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734695" y="1720850"/>
            <a:ext cx="10338435" cy="2900680"/>
          </a:xfrm>
        </p:spPr>
        <p:txBody>
          <a:bodyPr lIns="91440" tIns="45720" rIns="91440" bIns="45720" anchor="t">
            <a:noAutofit/>
          </a:bodyPr>
          <a:lstStyle/>
          <a:p>
            <a:pPr marL="0" indent="0" algn="ctr">
              <a:buNone/>
            </a:pPr>
            <a:r>
              <a:rPr lang="en-US" altLang="en-GB" sz="4300" b="1" i="1" dirty="0">
                <a:solidFill>
                  <a:srgbClr val="C00000"/>
                </a:solidFill>
                <a:effectLst>
                  <a:outerShdw blurRad="38100" dist="38100" dir="2700000" algn="tl">
                    <a:srgbClr val="000000">
                      <a:alpha val="43137"/>
                    </a:srgbClr>
                  </a:outerShdw>
                </a:effectLst>
              </a:rPr>
              <a:t>3D Image Segmentation and Quantification of Lysosomes</a:t>
            </a:r>
            <a:endParaRPr lang="en-US" altLang="en-GB" sz="4300" b="1" i="1" dirty="0">
              <a:solidFill>
                <a:srgbClr val="C00000"/>
              </a:solidFill>
              <a:effectLst>
                <a:outerShdw blurRad="38100" dist="38100" dir="2700000" algn="tl">
                  <a:srgbClr val="000000">
                    <a:alpha val="43137"/>
                  </a:srgbClr>
                </a:outerShdw>
              </a:effectLst>
            </a:endParaRPr>
          </a:p>
          <a:p>
            <a:pPr marL="0" indent="0" algn="ctr">
              <a:buNone/>
            </a:pPr>
            <a:r>
              <a:rPr lang="en-US" altLang="en-GB" sz="4300" b="1" i="1" dirty="0">
                <a:solidFill>
                  <a:srgbClr val="C00000"/>
                </a:solidFill>
                <a:effectLst>
                  <a:outerShdw blurRad="38100" dist="38100" dir="2700000" algn="tl">
                    <a:srgbClr val="000000">
                      <a:alpha val="43137"/>
                    </a:srgbClr>
                  </a:outerShdw>
                </a:effectLst>
              </a:rPr>
              <a:t>11/12/2025</a:t>
            </a:r>
            <a:endParaRPr lang="en-US" altLang="en-GB" sz="4300" b="1" i="1" dirty="0">
              <a:solidFill>
                <a:srgbClr val="C00000"/>
              </a:solidFill>
              <a:effectLst>
                <a:outerShdw blurRad="38100" dist="38100" dir="2700000" algn="tl">
                  <a:srgbClr val="000000">
                    <a:alpha val="43137"/>
                  </a:srgbClr>
                </a:outerShdw>
              </a:effectLst>
            </a:endParaRPr>
          </a:p>
          <a:p>
            <a:pPr marL="0" indent="0" algn="ctr">
              <a:buNone/>
            </a:pPr>
            <a:endParaRPr lang="en-US" altLang="en-GB" sz="4300" b="1" i="1" dirty="0">
              <a:solidFill>
                <a:srgbClr val="C00000"/>
              </a:solidFill>
              <a:effectLst>
                <a:outerShdw blurRad="38100" dist="38100" dir="2700000" algn="tl">
                  <a:srgbClr val="000000">
                    <a:alpha val="43137"/>
                  </a:srgbClr>
                </a:outerShdw>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b="1">
                <a:solidFill>
                  <a:srgbClr val="FF0000"/>
                </a:solidFill>
                <a:effectLst>
                  <a:outerShdw blurRad="38100" dist="38100" dir="2700000" algn="tl">
                    <a:srgbClr val="000000">
                      <a:alpha val="43137"/>
                    </a:srgbClr>
                  </a:outerShdw>
                </a:effectLst>
              </a:rPr>
              <a:t>Automatization(thresholding)</a:t>
            </a:r>
            <a:endParaRPr lang="en-US" altLang="en-GB" b="1">
              <a:solidFill>
                <a:srgbClr val="FF0000"/>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609600" y="869950"/>
            <a:ext cx="10972800" cy="4953000"/>
          </a:xfrm>
        </p:spPr>
        <p:txBody>
          <a:bodyPr/>
          <a:p>
            <a:r>
              <a:rPr lang="en-US" altLang="en-GB" sz="2800" b="1">
                <a:solidFill>
                  <a:schemeClr val="tx1"/>
                </a:solidFill>
                <a:effectLst>
                  <a:outerShdw blurRad="38100" dist="38100" dir="2700000" algn="tl">
                    <a:srgbClr val="000000">
                      <a:alpha val="43137"/>
                    </a:srgbClr>
                  </a:outerShdw>
                </a:effectLst>
              </a:rPr>
              <a:t>Sauvola: </a:t>
            </a:r>
            <a:endParaRPr lang="en-US" altLang="en-GB" sz="2800" b="1">
              <a:solidFill>
                <a:schemeClr val="tx1"/>
              </a:solidFill>
              <a:effectLst>
                <a:outerShdw blurRad="38100" dist="38100" dir="2700000" algn="tl">
                  <a:srgbClr val="000000">
                    <a:alpha val="43137"/>
                  </a:srgbClr>
                </a:outerShdw>
              </a:effectLst>
            </a:endParaRPr>
          </a:p>
          <a:p>
            <a:pPr marL="0" indent="0">
              <a:buNone/>
            </a:pPr>
            <a:r>
              <a:rPr lang="en-US" altLang="en-GB" sz="1800" b="1">
                <a:solidFill>
                  <a:srgbClr val="0070C0"/>
                </a:solidFill>
                <a:effectLst>
                  <a:outerShdw blurRad="38100" dist="38100" dir="2700000" algn="tl">
                    <a:srgbClr val="000000">
                      <a:alpha val="43137"/>
                    </a:srgbClr>
                  </a:outerShdw>
                </a:effectLst>
              </a:rPr>
              <a:t>https://scikit-image.org/docs/0.25.x/auto_examples/segmentation/plot_niblack_sauvola.html</a:t>
            </a:r>
            <a:endParaRPr lang="en-US" altLang="en-GB" sz="1800" b="1">
              <a:solidFill>
                <a:srgbClr val="0070C0"/>
              </a:solidFill>
              <a:effectLst>
                <a:outerShdw blurRad="38100" dist="38100" dir="2700000" algn="tl">
                  <a:srgbClr val="000000">
                    <a:alpha val="43137"/>
                  </a:srgbClr>
                </a:outerShdw>
              </a:effectLst>
            </a:endParaRPr>
          </a:p>
          <a:p>
            <a:pPr marL="0" indent="0">
              <a:buNone/>
            </a:pPr>
            <a:r>
              <a:rPr lang="en-US" altLang="en-GB" sz="1800" b="1">
                <a:solidFill>
                  <a:schemeClr val="tx1"/>
                </a:solidFill>
                <a:effectLst>
                  <a:outerShdw blurRad="38100" dist="38100" dir="2700000" algn="tl">
                    <a:srgbClr val="000000">
                      <a:alpha val="43137"/>
                    </a:srgbClr>
                  </a:outerShdw>
                </a:effectLst>
              </a:rPr>
              <a:t>Instead of calculating a single global threshold for the entire image, several thresholds are calculated for every pixel by using specific formulae that take into account the mean and standard deviation of the local neighborhood (defined by a window centered around the pixel).</a:t>
            </a:r>
            <a:endParaRPr lang="en-US" altLang="en-GB" sz="1800" b="1">
              <a:solidFill>
                <a:schemeClr val="tx1"/>
              </a:solidFill>
              <a:effectLst>
                <a:outerShdw blurRad="38100" dist="38100" dir="2700000" algn="tl">
                  <a:srgbClr val="000000">
                    <a:alpha val="43137"/>
                  </a:srgbClr>
                </a:outerShdw>
              </a:effectLst>
            </a:endParaRPr>
          </a:p>
          <a:p>
            <a:pPr lvl="1"/>
            <a:r>
              <a:rPr lang="en-US" altLang="en-GB" sz="1500" b="1">
                <a:solidFill>
                  <a:schemeClr val="tx1"/>
                </a:solidFill>
                <a:effectLst>
                  <a:outerShdw blurRad="38100" dist="38100" dir="2700000" algn="tl">
                    <a:srgbClr val="000000">
                      <a:alpha val="43137"/>
                    </a:srgbClr>
                  </a:outerShdw>
                </a:effectLst>
              </a:rPr>
              <a:t>Variable illumination.</a:t>
            </a:r>
            <a:endParaRPr lang="en-US" altLang="en-GB" sz="1500" b="1">
              <a:solidFill>
                <a:schemeClr val="tx1"/>
              </a:solidFill>
              <a:effectLst>
                <a:outerShdw blurRad="38100" dist="38100" dir="2700000" algn="tl">
                  <a:srgbClr val="000000">
                    <a:alpha val="43137"/>
                  </a:srgbClr>
                </a:outerShdw>
              </a:effectLst>
            </a:endParaRPr>
          </a:p>
          <a:p>
            <a:pPr lvl="1"/>
            <a:r>
              <a:rPr lang="en-US" altLang="en-GB" sz="1500" b="1">
                <a:solidFill>
                  <a:schemeClr val="tx1"/>
                </a:solidFill>
                <a:effectLst>
                  <a:outerShdw blurRad="38100" dist="38100" dir="2700000" algn="tl">
                    <a:srgbClr val="000000">
                      <a:alpha val="43137"/>
                    </a:srgbClr>
                  </a:outerShdw>
                </a:effectLst>
              </a:rPr>
              <a:t>Adaptive, locally computed.</a:t>
            </a:r>
            <a:endParaRPr lang="en-US" altLang="en-GB" sz="1500" b="1">
              <a:solidFill>
                <a:schemeClr val="tx1"/>
              </a:solidFill>
              <a:effectLst>
                <a:outerShdw blurRad="38100" dist="38100" dir="2700000" algn="tl">
                  <a:srgbClr val="000000">
                    <a:alpha val="43137"/>
                  </a:srgbClr>
                </a:outerShdw>
              </a:effectLst>
            </a:endParaRPr>
          </a:p>
          <a:p>
            <a:pPr lvl="1"/>
            <a:r>
              <a:rPr lang="en-US" altLang="en-GB" sz="1500" b="1">
                <a:solidFill>
                  <a:schemeClr val="tx1"/>
                </a:solidFill>
                <a:effectLst>
                  <a:outerShdw blurRad="38100" dist="38100" dir="2700000" algn="tl">
                    <a:srgbClr val="000000">
                      <a:alpha val="43137"/>
                    </a:srgbClr>
                  </a:outerShdw>
                </a:effectLst>
              </a:rPr>
              <a:t>Automatically adapts to local brightness variations.</a:t>
            </a:r>
            <a:endParaRPr lang="en-US" altLang="en-GB" sz="1500" b="1">
              <a:solidFill>
                <a:schemeClr val="tx1"/>
              </a:solidFill>
              <a:effectLst>
                <a:outerShdw blurRad="38100" dist="38100" dir="2700000" algn="tl">
                  <a:srgbClr val="000000">
                    <a:alpha val="43137"/>
                  </a:srgbClr>
                </a:outerShdw>
              </a:effectLst>
            </a:endParaRPr>
          </a:p>
          <a:p>
            <a:pPr lvl="1"/>
            <a:r>
              <a:rPr lang="en-US" altLang="en-GB" sz="1500" b="1">
                <a:solidFill>
                  <a:schemeClr val="tx1"/>
                </a:solidFill>
                <a:effectLst>
                  <a:outerShdw blurRad="38100" dist="38100" dir="2700000" algn="tl">
                    <a:srgbClr val="000000">
                      <a:alpha val="43137"/>
                    </a:srgbClr>
                  </a:outerShdw>
                </a:effectLst>
              </a:rPr>
              <a:t>Good for structures with bright centers and dim edges (like lysosomes)</a:t>
            </a:r>
            <a:endParaRPr lang="en-US" altLang="en-GB" sz="1500" b="1">
              <a:solidFill>
                <a:schemeClr val="tx1"/>
              </a:solidFill>
              <a:effectLst>
                <a:outerShdw blurRad="38100" dist="38100" dir="2700000" algn="tl">
                  <a:srgbClr val="000000">
                    <a:alpha val="43137"/>
                  </a:srgbClr>
                </a:outerShdw>
              </a:effectLst>
            </a:endParaRPr>
          </a:p>
          <a:p>
            <a:r>
              <a:rPr lang="en-US" altLang="en-GB" sz="2800" b="1">
                <a:solidFill>
                  <a:schemeClr val="tx1"/>
                </a:solidFill>
                <a:effectLst>
                  <a:outerShdw blurRad="38100" dist="38100" dir="2700000" algn="tl">
                    <a:srgbClr val="000000">
                      <a:alpha val="43137"/>
                    </a:srgbClr>
                  </a:outerShdw>
                </a:effectLst>
              </a:rPr>
              <a:t>Local mean </a:t>
            </a:r>
            <a:endParaRPr lang="en-US" altLang="en-GB" sz="2800" b="1">
              <a:solidFill>
                <a:schemeClr val="tx1"/>
              </a:solidFill>
              <a:effectLst>
                <a:outerShdw blurRad="38100" dist="38100" dir="2700000" algn="tl">
                  <a:srgbClr val="000000">
                    <a:alpha val="43137"/>
                  </a:srgbClr>
                </a:outerShdw>
              </a:effectLst>
            </a:endParaRPr>
          </a:p>
          <a:p>
            <a:pPr marL="0" indent="0">
              <a:buNone/>
            </a:pPr>
            <a:r>
              <a:rPr lang="en-US" altLang="en-GB" sz="1500" b="1">
                <a:solidFill>
                  <a:srgbClr val="0070C0"/>
                </a:solidFill>
                <a:effectLst>
                  <a:outerShdw blurRad="38100" dist="38100" dir="2700000" algn="tl">
                    <a:srgbClr val="000000">
                      <a:alpha val="43137"/>
                    </a:srgbClr>
                  </a:outerShdw>
                </a:effectLst>
              </a:rPr>
              <a:t>https://scikit-image.org/docs/0.25.x/auto_examples/applications/plot_thresholding_guide.html</a:t>
            </a:r>
            <a:endParaRPr lang="en-US" altLang="en-GB" sz="1500" b="1">
              <a:solidFill>
                <a:srgbClr val="0070C0"/>
              </a:solidFill>
              <a:effectLst>
                <a:outerShdw blurRad="38100" dist="38100" dir="2700000" algn="tl">
                  <a:srgbClr val="000000">
                    <a:alpha val="43137"/>
                  </a:srgbClr>
                </a:outerShdw>
              </a:effectLst>
            </a:endParaRPr>
          </a:p>
          <a:p>
            <a:pPr marL="0" indent="0">
              <a:buNone/>
            </a:pPr>
            <a:r>
              <a:rPr lang="en-US" altLang="en-GB" sz="1500" b="1">
                <a:solidFill>
                  <a:schemeClr val="tx1"/>
                </a:solidFill>
                <a:effectLst>
                  <a:outerShdw blurRad="38100" dist="38100" dir="2700000" algn="tl">
                    <a:srgbClr val="000000">
                      <a:alpha val="43137"/>
                    </a:srgbClr>
                  </a:outerShdw>
                </a:effectLst>
              </a:rPr>
              <a:t>Local mean thresholding is an adaptive image processing technique that sets a pixel's final black/white (binary) value based on the average pixel intensity (mean) within its surrounding local neighborhood, rather than a single global value. This method excels in images with uneven lighting or shadows by creating region-specific thresholds, making it ideal for text recognition and detailed surface analysis where global methods fail. </a:t>
            </a:r>
            <a:endParaRPr lang="en-US" altLang="en-GB" sz="1500" b="1">
              <a:solidFill>
                <a:schemeClr val="tx1"/>
              </a:solidFill>
              <a:effectLst>
                <a:outerShdw blurRad="38100" dist="38100" dir="2700000" algn="tl">
                  <a:srgbClr val="000000">
                    <a:alpha val="43137"/>
                  </a:srgbClr>
                </a:outerShdw>
              </a:effectLst>
            </a:endParaRPr>
          </a:p>
          <a:p>
            <a:pPr lvl="1"/>
            <a:r>
              <a:rPr lang="en-US" altLang="en-GB" sz="1500" b="1">
                <a:solidFill>
                  <a:schemeClr val="tx1"/>
                </a:solidFill>
                <a:effectLst>
                  <a:outerShdw blurRad="38100" dist="38100" dir="2700000" algn="tl">
                    <a:srgbClr val="000000">
                      <a:alpha val="43137"/>
                    </a:srgbClr>
                  </a:outerShdw>
                </a:effectLst>
              </a:rPr>
              <a:t>Smooth, dim structures; stable segmentation.</a:t>
            </a:r>
            <a:endParaRPr lang="en-US" altLang="en-GB" sz="1500" b="1">
              <a:solidFill>
                <a:schemeClr val="tx1"/>
              </a:solidFill>
              <a:effectLst>
                <a:outerShdw blurRad="38100" dist="38100" dir="2700000" algn="tl">
                  <a:srgbClr val="000000">
                    <a:alpha val="43137"/>
                  </a:srgbClr>
                </a:outerShdw>
              </a:effectLst>
            </a:endParaRPr>
          </a:p>
          <a:p>
            <a:pPr lvl="1"/>
            <a:r>
              <a:rPr lang="en-US" altLang="en-GB" sz="1500" b="1">
                <a:solidFill>
                  <a:schemeClr val="tx1"/>
                </a:solidFill>
                <a:effectLst>
                  <a:outerShdw blurRad="38100" dist="38100" dir="2700000" algn="tl">
                    <a:srgbClr val="000000">
                      <a:alpha val="43137"/>
                    </a:srgbClr>
                  </a:outerShdw>
                </a:effectLst>
              </a:rPr>
              <a:t>Computes the local average intensity.</a:t>
            </a:r>
            <a:endParaRPr lang="en-US" altLang="en-GB" sz="1500" b="1">
              <a:solidFill>
                <a:schemeClr val="tx1"/>
              </a:solidFill>
              <a:effectLst>
                <a:outerShdw blurRad="38100" dist="38100" dir="2700000" algn="tl">
                  <a:srgbClr val="000000">
                    <a:alpha val="43137"/>
                  </a:srgbClr>
                </a:outerShdw>
              </a:effectLst>
            </a:endParaRPr>
          </a:p>
          <a:p>
            <a:pPr lvl="1"/>
            <a:r>
              <a:rPr lang="en-US" altLang="en-GB" sz="1500" b="1">
                <a:solidFill>
                  <a:schemeClr val="tx1"/>
                </a:solidFill>
                <a:effectLst>
                  <a:outerShdw blurRad="38100" dist="38100" dir="2700000" algn="tl">
                    <a:srgbClr val="000000">
                      <a:alpha val="43137"/>
                    </a:srgbClr>
                  </a:outerShdw>
                </a:effectLst>
              </a:rPr>
              <a:t>Good for smooth objects</a:t>
            </a:r>
            <a:endParaRPr lang="en-US" altLang="en-GB" sz="1500" b="1">
              <a:solidFill>
                <a:schemeClr val="tx1"/>
              </a:solidFill>
              <a:effectLst>
                <a:outerShdw blurRad="38100" dist="38100" dir="2700000" algn="tl">
                  <a:srgbClr val="000000">
                    <a:alpha val="43137"/>
                  </a:srgbClr>
                </a:outerShdw>
              </a:effectLst>
            </a:endParaRPr>
          </a:p>
          <a:p>
            <a:pPr lvl="1"/>
            <a:r>
              <a:rPr lang="en-US" altLang="en-GB" sz="1500" b="1">
                <a:solidFill>
                  <a:schemeClr val="tx1"/>
                </a:solidFill>
                <a:effectLst>
                  <a:outerShdw blurRad="38100" dist="38100" dir="2700000" algn="tl">
                    <a:srgbClr val="000000">
                      <a:alpha val="43137"/>
                    </a:srgbClr>
                  </a:outerShdw>
                </a:effectLst>
              </a:rPr>
              <a:t>Good when you want to include low-intensity rims.</a:t>
            </a:r>
            <a:endParaRPr lang="en-US" altLang="en-GB" sz="2800" b="1">
              <a:solidFill>
                <a:schemeClr val="tx1"/>
              </a:solidFill>
              <a:effectLst>
                <a:outerShdw blurRad="38100" dist="38100" dir="2700000" algn="tl">
                  <a:srgbClr val="000000">
                    <a:alpha val="43137"/>
                  </a:srgbClr>
                </a:outerShdw>
              </a:effectLst>
            </a:endParaRPr>
          </a:p>
          <a:p>
            <a:endParaRPr lang="en-US" altLang="en-GB" sz="3600" b="1">
              <a:solidFill>
                <a:schemeClr val="tx1"/>
              </a:solidFill>
              <a:effectLst>
                <a:outerShdw blurRad="38100" dist="38100" dir="2700000" algn="tl">
                  <a:srgbClr val="000000">
                    <a:alpha val="43137"/>
                  </a:srgbClr>
                </a:outerShdw>
              </a:effectLst>
            </a:endParaRPr>
          </a:p>
          <a:p>
            <a:pPr marL="0" indent="0">
              <a:buNone/>
            </a:pPr>
            <a:endParaRPr lang="en-US" altLang="en-GB" sz="3600" b="1">
              <a:solidFill>
                <a:schemeClr val="tx1"/>
              </a:solidFill>
              <a:effectLst>
                <a:outerShdw blurRad="38100" dist="38100" dir="2700000" algn="tl">
                  <a:srgbClr val="000000">
                    <a:alpha val="43137"/>
                  </a:srgbClr>
                </a:outerShdw>
              </a:effectLs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84455"/>
            <a:ext cx="10972800" cy="582613"/>
          </a:xfrm>
        </p:spPr>
        <p:txBody>
          <a:bodyPr/>
          <a:p>
            <a:r>
              <a:rPr lang="en-US" altLang="en-GB" b="1">
                <a:solidFill>
                  <a:srgbClr val="FF0000"/>
                </a:solidFill>
                <a:effectLst>
                  <a:outerShdw blurRad="38100" dist="38100" dir="2700000" algn="tl">
                    <a:srgbClr val="000000">
                      <a:alpha val="43137"/>
                    </a:srgbClr>
                  </a:outerShdw>
                </a:effectLst>
              </a:rPr>
              <a:t>FILES</a:t>
            </a:r>
            <a:endParaRPr lang="en-US" altLang="en-GB" b="1">
              <a:solidFill>
                <a:srgbClr val="FF0000"/>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609600" y="593725"/>
            <a:ext cx="10972800" cy="4953000"/>
          </a:xfrm>
        </p:spPr>
        <p:txBody>
          <a:bodyPr/>
          <a:p>
            <a:pPr>
              <a:buFont typeface="Wingdings" panose="05000000000000000000" charset="0"/>
              <a:buChar char="ü"/>
            </a:pPr>
            <a:r>
              <a:rPr lang="en-US" altLang="en-GB" sz="4400">
                <a:effectLst/>
                <a:sym typeface="+mn-ea"/>
              </a:rPr>
              <a:t>40A_UAS-TMEM1923x-HA x 71G10 40A MARCM_L3_1_Airy_010724</a:t>
            </a:r>
            <a:endParaRPr lang="en-US" altLang="en-GB" sz="4400">
              <a:effectLst/>
              <a:sym typeface="+mn-ea"/>
            </a:endParaRPr>
          </a:p>
          <a:p>
            <a:pPr>
              <a:buFont typeface="Wingdings" panose="05000000000000000000" charset="0"/>
              <a:buChar char="ü"/>
            </a:pPr>
            <a:endParaRPr lang="en-US" altLang="en-GB" sz="4400">
              <a:effectLst/>
              <a:sym typeface="+mn-ea"/>
            </a:endParaRPr>
          </a:p>
          <a:p>
            <a:pPr>
              <a:buFont typeface="Wingdings" panose="05000000000000000000" charset="0"/>
              <a:buChar char="ü"/>
            </a:pPr>
            <a:r>
              <a:rPr lang="en-US" altLang="en-GB" sz="4400">
                <a:sym typeface="+mn-ea"/>
              </a:rPr>
              <a:t>Airy scan_40A_UAS-TMEM-HA_CB_4h_1_051222</a:t>
            </a:r>
            <a:endParaRPr lang="en-US" altLang="en-GB" sz="4400"/>
          </a:p>
          <a:p>
            <a:pPr marL="0" indent="0">
              <a:buFont typeface="Wingdings" panose="05000000000000000000" charset="0"/>
              <a:buNone/>
            </a:pPr>
            <a:endParaRPr lang="en-US" altLang="en-GB" sz="4400">
              <a:solidFill>
                <a:schemeClr val="tx1"/>
              </a:solidFill>
              <a:effectLs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ítulo 1"/>
          <p:cNvSpPr>
            <a:spLocks noGrp="1"/>
          </p:cNvSpPr>
          <p:nvPr>
            <p:ph type="title"/>
          </p:nvPr>
        </p:nvSpPr>
        <p:spPr>
          <a:xfrm>
            <a:off x="792480" y="3048000"/>
            <a:ext cx="10972800" cy="762000"/>
          </a:xfrm>
        </p:spPr>
        <p:txBody>
          <a:bodyPr lIns="91440" tIns="45720" rIns="91440" bIns="45720" anchor="ctr" anchorCtr="0"/>
          <a:lstStyle/>
          <a:p>
            <a:r>
              <a:rPr lang="en-US" altLang="en-GB" b="1" dirty="0">
                <a:solidFill>
                  <a:srgbClr val="FF0000"/>
                </a:solidFill>
                <a:cs typeface="Arial" panose="020B0604020202020204"/>
              </a:rPr>
              <a:t>Airy scan_40A_UAS-TMEM-HA_CB_0h_1_051222</a:t>
            </a:r>
            <a:br>
              <a:rPr lang="en-US" altLang="en-GB" b="1" dirty="0">
                <a:solidFill>
                  <a:srgbClr val="FF0000"/>
                </a:solidFill>
                <a:cs typeface="Arial" panose="020B0604020202020204"/>
              </a:rPr>
            </a:br>
            <a:endParaRPr lang="en-US" altLang="en-GB" b="1" dirty="0">
              <a:solidFill>
                <a:srgbClr val="FF0000"/>
              </a:solidFill>
              <a:cs typeface="Arial" panose="020B060402020202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b="1">
                <a:solidFill>
                  <a:srgbClr val="FF0000"/>
                </a:solidFill>
                <a:effectLst>
                  <a:outerShdw blurRad="38100" dist="38100" dir="2700000" algn="tl">
                    <a:srgbClr val="000000">
                      <a:alpha val="43137"/>
                    </a:srgbClr>
                  </a:outerShdw>
                </a:effectLst>
                <a:sym typeface="+mn-ea"/>
              </a:rPr>
              <a:t>DETECTION VIDEO</a:t>
            </a:r>
            <a:endParaRPr lang="en-US" altLang="en-GB" b="1">
              <a:solidFill>
                <a:srgbClr val="FF0000"/>
              </a:solidFill>
              <a:effectLst>
                <a:outerShdw blurRad="38100" dist="38100" dir="2700000" algn="tl">
                  <a:srgbClr val="000000">
                    <a:alpha val="43137"/>
                  </a:srgbClr>
                </a:outerShdw>
              </a:effectLst>
              <a:sym typeface="+mn-ea"/>
            </a:endParaRPr>
          </a:p>
        </p:txBody>
      </p:sp>
      <p:pic>
        <p:nvPicPr>
          <p:cNvPr id="3" name="ch2_raw_and_fused_all_viz">
            <a:hlinkClick r:id="" action="ppaction://media"/>
          </p:cNvPr>
          <p:cNvPicPr/>
          <p:nvPr>
            <a:videoFile r:link="rId1"/>
            <p:extLst>
              <p:ext uri="{DAA4B4D4-6D71-4841-9C94-3DE7FCFB9230}">
                <p14:media xmlns:p14="http://schemas.microsoft.com/office/powerpoint/2010/main" r:embed="rId2"/>
              </p:ext>
            </p:extLst>
            <p:custDataLst>
              <p:tags r:id="rId3"/>
            </p:custDataLst>
          </p:nvPr>
        </p:nvPicPr>
        <p:blipFill>
          <a:blip r:embed="rId4"/>
          <a:stretch>
            <a:fillRect/>
          </a:stretch>
        </p:blipFill>
        <p:spPr>
          <a:xfrm>
            <a:off x="396240" y="773430"/>
            <a:ext cx="11399520" cy="5699760"/>
          </a:xfrm>
          <a:prstGeom prst="rect">
            <a:avLst/>
          </a:prstGeom>
        </p:spPr>
      </p:pic>
    </p:spTree>
  </p:cSld>
  <p:clrMapOvr>
    <a:masterClrMapping/>
  </p:clrMapOvr>
  <p:timing>
    <p:tnLst>
      <p:par>
        <p:cTn id="1" dur="indefinite" restart="never" nodeType="tmRoot">
          <p:childTnLst>
            <p:video fullScrn="0">
              <p:cMediaNode>
                <p:cTn id="2" fill="hold" display="1">
                  <p:stCondLst>
                    <p:cond delay="indefinite"/>
                  </p:stCondLst>
                </p:cTn>
                <p:tgtEl>
                  <p:spTgt spid="3"/>
                </p:tgtEl>
              </p:cMediaNode>
            </p:video>
            <p:seq concurrent="1" nextAc="seek">
              <p:cTn id="3" restart="whenNotActive" fill="hold" evtFilter="cancelBubble" nodeType="interactiveSeq">
                <p:stCondLst>
                  <p:cond evt="onClick" delay="0">
                    <p:tgtEl>
                      <p:spTgt spid="3"/>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09600" y="190500"/>
            <a:ext cx="10972800" cy="762000"/>
          </a:xfrm>
        </p:spPr>
        <p:txBody>
          <a:bodyPr lIns="91440" tIns="45720" rIns="91440" bIns="45720" anchor="ctr" anchorCtr="0"/>
          <a:lstStyle/>
          <a:p>
            <a:r>
              <a:rPr lang="en-US" altLang="en-GB" b="1" dirty="0">
                <a:solidFill>
                  <a:srgbClr val="FF0000"/>
                </a:solidFill>
                <a:cs typeface="Arial" panose="020B0604020202020204"/>
              </a:rPr>
              <a:t>SEGMENTATION</a:t>
            </a:r>
            <a:endParaRPr lang="en-US" altLang="en-GB" b="1" dirty="0">
              <a:solidFill>
                <a:srgbClr val="FF0000"/>
              </a:solidFill>
              <a:cs typeface="Arial" panose="020B0604020202020204"/>
            </a:endParaRPr>
          </a:p>
        </p:txBody>
      </p:sp>
      <p:pic>
        <p:nvPicPr>
          <p:cNvPr id="3" name="Picture 2" descr="SEG 1"/>
          <p:cNvPicPr>
            <a:picLocks noChangeAspect="1"/>
          </p:cNvPicPr>
          <p:nvPr/>
        </p:nvPicPr>
        <p:blipFill>
          <a:blip r:embed="rId1"/>
          <a:stretch>
            <a:fillRect/>
          </a:stretch>
        </p:blipFill>
        <p:spPr>
          <a:xfrm>
            <a:off x="930910" y="885190"/>
            <a:ext cx="9837420" cy="5710555"/>
          </a:xfrm>
          <a:prstGeom prst="rect">
            <a:avLst/>
          </a:prstGeom>
        </p:spPr>
      </p:pic>
      <p:sp>
        <p:nvSpPr>
          <p:cNvPr id="5" name="Rectangles 4"/>
          <p:cNvSpPr/>
          <p:nvPr/>
        </p:nvSpPr>
        <p:spPr>
          <a:xfrm>
            <a:off x="5603875" y="2082800"/>
            <a:ext cx="491490" cy="462915"/>
          </a:xfrm>
          <a:prstGeom prst="rect">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1</a:t>
            </a:r>
            <a:endParaRPr kumimoji="0" lang="en-US" altLang="zh-CN"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6" name="Rectangles 5"/>
          <p:cNvSpPr/>
          <p:nvPr/>
        </p:nvSpPr>
        <p:spPr>
          <a:xfrm>
            <a:off x="4897755" y="3052445"/>
            <a:ext cx="491490" cy="462915"/>
          </a:xfrm>
          <a:prstGeom prst="rect">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3</a:t>
            </a:r>
            <a:endParaRPr kumimoji="0" lang="en-US" altLang="zh-CN"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7" name="Rectangles 6"/>
          <p:cNvSpPr/>
          <p:nvPr/>
        </p:nvSpPr>
        <p:spPr>
          <a:xfrm>
            <a:off x="5730875" y="4920615"/>
            <a:ext cx="491490" cy="462915"/>
          </a:xfrm>
          <a:prstGeom prst="rect">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5</a:t>
            </a:r>
            <a:endParaRPr kumimoji="0" lang="en-US" altLang="zh-CN"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GB" altLang="en-US" b="1">
                <a:solidFill>
                  <a:srgbClr val="FF0000"/>
                </a:solidFill>
              </a:rPr>
              <a:t>MANUAL.vs.AUTOMATIC</a:t>
            </a:r>
            <a:endParaRPr lang="en-GB" altLang="en-US" b="1">
              <a:solidFill>
                <a:srgbClr val="FF0000"/>
              </a:solidFill>
            </a:endParaRPr>
          </a:p>
        </p:txBody>
      </p:sp>
      <p:pic>
        <p:nvPicPr>
          <p:cNvPr id="4" name="Picture 3"/>
          <p:cNvPicPr>
            <a:picLocks noChangeAspect="1"/>
          </p:cNvPicPr>
          <p:nvPr/>
        </p:nvPicPr>
        <p:blipFill>
          <a:blip r:embed="rId1"/>
          <a:stretch>
            <a:fillRect/>
          </a:stretch>
        </p:blipFill>
        <p:spPr>
          <a:xfrm>
            <a:off x="8214360" y="1319530"/>
            <a:ext cx="3872865" cy="4218940"/>
          </a:xfrm>
          <a:prstGeom prst="rect">
            <a:avLst/>
          </a:prstGeom>
        </p:spPr>
      </p:pic>
      <p:pic>
        <p:nvPicPr>
          <p:cNvPr id="6" name="Picture 5"/>
          <p:cNvPicPr>
            <a:picLocks noChangeAspect="1"/>
          </p:cNvPicPr>
          <p:nvPr/>
        </p:nvPicPr>
        <p:blipFill>
          <a:blip r:embed="rId2"/>
          <a:stretch>
            <a:fillRect/>
          </a:stretch>
        </p:blipFill>
        <p:spPr>
          <a:xfrm>
            <a:off x="4101465" y="1318895"/>
            <a:ext cx="3997325" cy="4219575"/>
          </a:xfrm>
          <a:prstGeom prst="rect">
            <a:avLst/>
          </a:prstGeom>
        </p:spPr>
      </p:pic>
      <p:pic>
        <p:nvPicPr>
          <p:cNvPr id="8" name="Picture 7"/>
          <p:cNvPicPr>
            <a:picLocks noChangeAspect="1"/>
          </p:cNvPicPr>
          <p:nvPr/>
        </p:nvPicPr>
        <p:blipFill>
          <a:blip r:embed="rId3"/>
          <a:stretch>
            <a:fillRect/>
          </a:stretch>
        </p:blipFill>
        <p:spPr>
          <a:xfrm>
            <a:off x="152400" y="1319530"/>
            <a:ext cx="3871595" cy="4219575"/>
          </a:xfrm>
          <a:prstGeom prst="rect">
            <a:avLst/>
          </a:prstGeom>
        </p:spPr>
      </p:pic>
      <p:sp>
        <p:nvSpPr>
          <p:cNvPr id="5" name="Rectangles 4"/>
          <p:cNvSpPr/>
          <p:nvPr/>
        </p:nvSpPr>
        <p:spPr>
          <a:xfrm>
            <a:off x="9991725" y="5807075"/>
            <a:ext cx="511810" cy="729615"/>
          </a:xfrm>
          <a:prstGeom prst="rect">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ctr" defTabSz="914400" rtl="0" eaLnBrk="1" fontAlgn="base" latinLnBrk="0" hangingPunct="1">
              <a:lnSpc>
                <a:spcPct val="100000"/>
              </a:lnSpc>
              <a:spcBef>
                <a:spcPct val="0"/>
              </a:spcBef>
              <a:spcAft>
                <a:spcPct val="0"/>
              </a:spcAft>
              <a:buClrTx/>
              <a:buSzTx/>
              <a:buFontTx/>
              <a:buNone/>
            </a:pPr>
            <a:r>
              <a:rPr kumimoji="0" lang="en-US" altLang="en-GB"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5</a:t>
            </a:r>
            <a:endParaRPr kumimoji="0" lang="en-GB" altLang="zh-CN"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7" name="Rectangles 6"/>
          <p:cNvSpPr/>
          <p:nvPr/>
        </p:nvSpPr>
        <p:spPr>
          <a:xfrm>
            <a:off x="5683885" y="5807075"/>
            <a:ext cx="511810" cy="729615"/>
          </a:xfrm>
          <a:prstGeom prst="rect">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ctr" defTabSz="914400" rtl="0" eaLnBrk="1" fontAlgn="base" latinLnBrk="0" hangingPunct="1">
              <a:lnSpc>
                <a:spcPct val="100000"/>
              </a:lnSpc>
              <a:spcBef>
                <a:spcPct val="0"/>
              </a:spcBef>
              <a:spcAft>
                <a:spcPct val="0"/>
              </a:spcAft>
              <a:buClrTx/>
              <a:buSzTx/>
              <a:buFontTx/>
              <a:buNone/>
            </a:pPr>
            <a:r>
              <a:rPr kumimoji="0" lang="en-US" altLang="en-GB"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3</a:t>
            </a:r>
            <a:endParaRPr kumimoji="0" lang="en-US" altLang="en-GB"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9" name="Rectangles 8"/>
          <p:cNvSpPr/>
          <p:nvPr/>
        </p:nvSpPr>
        <p:spPr>
          <a:xfrm>
            <a:off x="1832610" y="5807075"/>
            <a:ext cx="511810" cy="729615"/>
          </a:xfrm>
          <a:prstGeom prst="rect">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ctr" defTabSz="914400" rtl="0" eaLnBrk="1" fontAlgn="base" latinLnBrk="0" hangingPunct="1">
              <a:lnSpc>
                <a:spcPct val="100000"/>
              </a:lnSpc>
              <a:spcBef>
                <a:spcPct val="0"/>
              </a:spcBef>
              <a:spcAft>
                <a:spcPct val="0"/>
              </a:spcAft>
              <a:buClrTx/>
              <a:buSzTx/>
              <a:buFontTx/>
              <a:buNone/>
            </a:pPr>
            <a:r>
              <a:rPr kumimoji="0" lang="en-GB" altLang="zh-CN"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1</a:t>
            </a:r>
            <a:endParaRPr kumimoji="0" lang="en-GB" altLang="zh-CN"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GB" altLang="en-US" b="1">
                <a:solidFill>
                  <a:srgbClr val="FF0000"/>
                </a:solidFill>
              </a:rPr>
              <a:t>MANUAL.vs.AUTOMATIC</a:t>
            </a:r>
            <a:endParaRPr lang="en-GB" altLang="en-US" b="1">
              <a:solidFill>
                <a:srgbClr val="FF0000"/>
              </a:solidFill>
            </a:endParaRPr>
          </a:p>
        </p:txBody>
      </p:sp>
      <p:pic>
        <p:nvPicPr>
          <p:cNvPr id="10" name="Picture 9"/>
          <p:cNvPicPr>
            <a:picLocks noChangeAspect="1"/>
          </p:cNvPicPr>
          <p:nvPr/>
        </p:nvPicPr>
        <p:blipFill>
          <a:blip r:embed="rId1"/>
          <a:stretch>
            <a:fillRect/>
          </a:stretch>
        </p:blipFill>
        <p:spPr>
          <a:xfrm>
            <a:off x="716915" y="4059555"/>
            <a:ext cx="3591560" cy="2615565"/>
          </a:xfrm>
          <a:prstGeom prst="rect">
            <a:avLst/>
          </a:prstGeom>
        </p:spPr>
      </p:pic>
      <p:pic>
        <p:nvPicPr>
          <p:cNvPr id="19" name="Picture 18"/>
          <p:cNvPicPr>
            <a:picLocks noChangeAspect="1"/>
          </p:cNvPicPr>
          <p:nvPr/>
        </p:nvPicPr>
        <p:blipFill>
          <a:blip r:embed="rId2"/>
          <a:stretch>
            <a:fillRect/>
          </a:stretch>
        </p:blipFill>
        <p:spPr>
          <a:xfrm>
            <a:off x="6405245" y="3208655"/>
            <a:ext cx="3850005" cy="3532505"/>
          </a:xfrm>
          <a:prstGeom prst="rect">
            <a:avLst/>
          </a:prstGeom>
        </p:spPr>
      </p:pic>
      <p:sp>
        <p:nvSpPr>
          <p:cNvPr id="20" name="Oval 19"/>
          <p:cNvSpPr/>
          <p:nvPr/>
        </p:nvSpPr>
        <p:spPr>
          <a:xfrm>
            <a:off x="1619885" y="4368800"/>
            <a:ext cx="260350" cy="241300"/>
          </a:xfrm>
          <a:prstGeom prst="ellips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GB" altLang="zh-CN" sz="10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7</a:t>
            </a:r>
            <a:endParaRPr kumimoji="0" lang="en-GB" altLang="zh-CN" sz="10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21" name="Oval 20"/>
          <p:cNvSpPr/>
          <p:nvPr/>
        </p:nvSpPr>
        <p:spPr>
          <a:xfrm>
            <a:off x="1880235" y="5127625"/>
            <a:ext cx="260350" cy="241300"/>
          </a:xfrm>
          <a:prstGeom prst="ellips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GB" altLang="zh-CN" sz="10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8</a:t>
            </a:r>
            <a:endParaRPr kumimoji="0" lang="en-GB" altLang="zh-CN" sz="10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37" name="Oval 36"/>
          <p:cNvSpPr/>
          <p:nvPr/>
        </p:nvSpPr>
        <p:spPr>
          <a:xfrm>
            <a:off x="2936240" y="4256405"/>
            <a:ext cx="260350" cy="241300"/>
          </a:xfrm>
          <a:prstGeom prst="ellips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GB" altLang="zh-CN" sz="10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3</a:t>
            </a:r>
            <a:endParaRPr kumimoji="0" lang="en-GB" altLang="zh-CN" sz="10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38" name="Oval 37"/>
          <p:cNvSpPr/>
          <p:nvPr/>
        </p:nvSpPr>
        <p:spPr>
          <a:xfrm>
            <a:off x="3624580" y="4495800"/>
            <a:ext cx="260350" cy="241300"/>
          </a:xfrm>
          <a:prstGeom prst="ellips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GB" altLang="zh-CN" sz="10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5</a:t>
            </a:r>
            <a:endParaRPr kumimoji="0" lang="en-GB" altLang="zh-CN" sz="10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39" name="Oval 38"/>
          <p:cNvSpPr/>
          <p:nvPr/>
        </p:nvSpPr>
        <p:spPr>
          <a:xfrm>
            <a:off x="3884930" y="5041265"/>
            <a:ext cx="260350" cy="241300"/>
          </a:xfrm>
          <a:prstGeom prst="ellips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GB" altLang="zh-CN" sz="10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4</a:t>
            </a:r>
            <a:endParaRPr kumimoji="0" lang="en-GB" altLang="zh-CN" sz="10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40" name="Oval 39"/>
          <p:cNvSpPr/>
          <p:nvPr/>
        </p:nvSpPr>
        <p:spPr>
          <a:xfrm>
            <a:off x="8379460" y="4610100"/>
            <a:ext cx="260350" cy="241300"/>
          </a:xfrm>
          <a:prstGeom prst="ellips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GB" altLang="zh-CN" sz="10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1</a:t>
            </a:r>
            <a:endParaRPr kumimoji="0" lang="en-GB" altLang="zh-CN" sz="10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41" name="Oval 40"/>
          <p:cNvSpPr/>
          <p:nvPr/>
        </p:nvSpPr>
        <p:spPr>
          <a:xfrm>
            <a:off x="3996690" y="6009005"/>
            <a:ext cx="260350" cy="241300"/>
          </a:xfrm>
          <a:prstGeom prst="ellips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GB" altLang="zh-CN" sz="10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2</a:t>
            </a:r>
            <a:endParaRPr kumimoji="0" lang="en-GB" altLang="zh-CN" sz="10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3" name="Oval 2"/>
          <p:cNvSpPr/>
          <p:nvPr/>
        </p:nvSpPr>
        <p:spPr>
          <a:xfrm>
            <a:off x="3021330" y="5831840"/>
            <a:ext cx="260350" cy="241300"/>
          </a:xfrm>
          <a:prstGeom prst="ellips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GB" altLang="zh-CN" sz="10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1</a:t>
            </a:r>
            <a:endParaRPr kumimoji="0" lang="en-GB" altLang="zh-CN" sz="10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4" name="Oval 3"/>
          <p:cNvSpPr/>
          <p:nvPr/>
        </p:nvSpPr>
        <p:spPr>
          <a:xfrm>
            <a:off x="9235440" y="6166485"/>
            <a:ext cx="260350" cy="241300"/>
          </a:xfrm>
          <a:prstGeom prst="ellips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GB" altLang="zh-CN" sz="10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2</a:t>
            </a:r>
            <a:endParaRPr kumimoji="0" lang="en-GB" altLang="zh-CN" sz="10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5" name="Oval 4"/>
          <p:cNvSpPr/>
          <p:nvPr/>
        </p:nvSpPr>
        <p:spPr>
          <a:xfrm>
            <a:off x="8975090" y="3980180"/>
            <a:ext cx="260350" cy="241300"/>
          </a:xfrm>
          <a:prstGeom prst="ellips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GB" altLang="zh-CN" sz="10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3</a:t>
            </a:r>
            <a:endParaRPr kumimoji="0" lang="en-GB" altLang="zh-CN" sz="10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6" name="Oval 5"/>
          <p:cNvSpPr/>
          <p:nvPr/>
        </p:nvSpPr>
        <p:spPr>
          <a:xfrm>
            <a:off x="7794625" y="4880610"/>
            <a:ext cx="260350" cy="241300"/>
          </a:xfrm>
          <a:prstGeom prst="ellips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GB" altLang="zh-CN" sz="10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4</a:t>
            </a:r>
            <a:endParaRPr kumimoji="0" lang="en-GB" altLang="zh-CN" sz="10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pic>
        <p:nvPicPr>
          <p:cNvPr id="7" name="Picture 6"/>
          <p:cNvPicPr>
            <a:picLocks noChangeAspect="1"/>
          </p:cNvPicPr>
          <p:nvPr/>
        </p:nvPicPr>
        <p:blipFill>
          <a:blip r:embed="rId3"/>
          <a:stretch>
            <a:fillRect/>
          </a:stretch>
        </p:blipFill>
        <p:spPr>
          <a:xfrm>
            <a:off x="7794625" y="909955"/>
            <a:ext cx="1869440" cy="1449705"/>
          </a:xfrm>
          <a:prstGeom prst="rect">
            <a:avLst/>
          </a:prstGeom>
        </p:spPr>
      </p:pic>
      <p:pic>
        <p:nvPicPr>
          <p:cNvPr id="11" name="Picture 10"/>
          <p:cNvPicPr>
            <a:picLocks noChangeAspect="1"/>
          </p:cNvPicPr>
          <p:nvPr/>
        </p:nvPicPr>
        <p:blipFill>
          <a:blip r:embed="rId4"/>
          <a:stretch>
            <a:fillRect/>
          </a:stretch>
        </p:blipFill>
        <p:spPr>
          <a:xfrm>
            <a:off x="1731645" y="1345565"/>
            <a:ext cx="2840355" cy="1921510"/>
          </a:xfrm>
          <a:prstGeom prst="rect">
            <a:avLst/>
          </a:prstGeom>
        </p:spPr>
      </p:pic>
      <p:pic>
        <p:nvPicPr>
          <p:cNvPr id="12" name="Picture 11"/>
          <p:cNvPicPr>
            <a:picLocks noChangeAspect="1"/>
          </p:cNvPicPr>
          <p:nvPr/>
        </p:nvPicPr>
        <p:blipFill>
          <a:blip r:embed="rId5"/>
          <a:stretch>
            <a:fillRect/>
          </a:stretch>
        </p:blipFill>
        <p:spPr>
          <a:xfrm>
            <a:off x="9347200" y="833120"/>
            <a:ext cx="2352675" cy="619125"/>
          </a:xfrm>
          <a:prstGeom prst="rect">
            <a:avLst/>
          </a:prstGeom>
        </p:spPr>
      </p:pic>
      <p:pic>
        <p:nvPicPr>
          <p:cNvPr id="22" name="Picture 21"/>
          <p:cNvPicPr>
            <a:picLocks noChangeAspect="1"/>
          </p:cNvPicPr>
          <p:nvPr/>
        </p:nvPicPr>
        <p:blipFill>
          <a:blip r:embed="rId6"/>
          <a:stretch>
            <a:fillRect/>
          </a:stretch>
        </p:blipFill>
        <p:spPr>
          <a:xfrm>
            <a:off x="6510655" y="909955"/>
            <a:ext cx="2333625" cy="647700"/>
          </a:xfrm>
          <a:prstGeom prst="rect">
            <a:avLst/>
          </a:prstGeom>
        </p:spPr>
      </p:pic>
      <p:pic>
        <p:nvPicPr>
          <p:cNvPr id="23" name="Picture 22"/>
          <p:cNvPicPr>
            <a:picLocks noChangeAspect="1"/>
          </p:cNvPicPr>
          <p:nvPr/>
        </p:nvPicPr>
        <p:blipFill>
          <a:blip r:embed="rId7"/>
          <a:stretch>
            <a:fillRect/>
          </a:stretch>
        </p:blipFill>
        <p:spPr>
          <a:xfrm>
            <a:off x="9201150" y="1740535"/>
            <a:ext cx="2381250" cy="619125"/>
          </a:xfrm>
          <a:prstGeom prst="rect">
            <a:avLst/>
          </a:prstGeom>
        </p:spPr>
      </p:pic>
      <p:pic>
        <p:nvPicPr>
          <p:cNvPr id="24" name="Picture 23"/>
          <p:cNvPicPr>
            <a:picLocks noChangeAspect="1"/>
          </p:cNvPicPr>
          <p:nvPr/>
        </p:nvPicPr>
        <p:blipFill>
          <a:blip r:embed="rId8"/>
          <a:stretch>
            <a:fillRect/>
          </a:stretch>
        </p:blipFill>
        <p:spPr>
          <a:xfrm>
            <a:off x="6405245" y="1958975"/>
            <a:ext cx="2266950" cy="695325"/>
          </a:xfrm>
          <a:prstGeom prst="rect">
            <a:avLst/>
          </a:prstGeom>
        </p:spPr>
      </p:pic>
      <p:pic>
        <p:nvPicPr>
          <p:cNvPr id="42" name="Picture 41"/>
          <p:cNvPicPr>
            <a:picLocks noChangeAspect="1"/>
          </p:cNvPicPr>
          <p:nvPr/>
        </p:nvPicPr>
        <p:blipFill>
          <a:blip r:embed="rId9"/>
          <a:stretch>
            <a:fillRect/>
          </a:stretch>
        </p:blipFill>
        <p:spPr>
          <a:xfrm>
            <a:off x="4071620" y="2816225"/>
            <a:ext cx="2362200" cy="685800"/>
          </a:xfrm>
          <a:prstGeom prst="rect">
            <a:avLst/>
          </a:prstGeom>
        </p:spPr>
      </p:pic>
      <p:pic>
        <p:nvPicPr>
          <p:cNvPr id="43" name="Picture 42"/>
          <p:cNvPicPr>
            <a:picLocks noChangeAspect="1"/>
          </p:cNvPicPr>
          <p:nvPr/>
        </p:nvPicPr>
        <p:blipFill>
          <a:blip r:embed="rId10"/>
          <a:stretch>
            <a:fillRect/>
          </a:stretch>
        </p:blipFill>
        <p:spPr>
          <a:xfrm>
            <a:off x="1653540" y="3358515"/>
            <a:ext cx="2343150" cy="609600"/>
          </a:xfrm>
          <a:prstGeom prst="rect">
            <a:avLst/>
          </a:prstGeom>
        </p:spPr>
      </p:pic>
      <p:pic>
        <p:nvPicPr>
          <p:cNvPr id="44" name="Picture 43"/>
          <p:cNvPicPr>
            <a:picLocks noChangeAspect="1"/>
          </p:cNvPicPr>
          <p:nvPr/>
        </p:nvPicPr>
        <p:blipFill>
          <a:blip r:embed="rId11"/>
          <a:stretch>
            <a:fillRect/>
          </a:stretch>
        </p:blipFill>
        <p:spPr>
          <a:xfrm>
            <a:off x="4071620" y="1813560"/>
            <a:ext cx="2333625" cy="638175"/>
          </a:xfrm>
          <a:prstGeom prst="rect">
            <a:avLst/>
          </a:prstGeom>
        </p:spPr>
      </p:pic>
      <p:pic>
        <p:nvPicPr>
          <p:cNvPr id="45" name="Picture 44"/>
          <p:cNvPicPr>
            <a:picLocks noChangeAspect="1"/>
          </p:cNvPicPr>
          <p:nvPr/>
        </p:nvPicPr>
        <p:blipFill>
          <a:blip r:embed="rId12"/>
          <a:stretch>
            <a:fillRect/>
          </a:stretch>
        </p:blipFill>
        <p:spPr>
          <a:xfrm>
            <a:off x="3884930" y="1035050"/>
            <a:ext cx="2305050" cy="600075"/>
          </a:xfrm>
          <a:prstGeom prst="rect">
            <a:avLst/>
          </a:prstGeom>
        </p:spPr>
      </p:pic>
      <p:pic>
        <p:nvPicPr>
          <p:cNvPr id="46" name="Picture 45"/>
          <p:cNvPicPr>
            <a:picLocks noChangeAspect="1"/>
          </p:cNvPicPr>
          <p:nvPr/>
        </p:nvPicPr>
        <p:blipFill>
          <a:blip r:embed="rId13"/>
          <a:stretch>
            <a:fillRect/>
          </a:stretch>
        </p:blipFill>
        <p:spPr>
          <a:xfrm>
            <a:off x="1173480" y="954405"/>
            <a:ext cx="2390775" cy="647700"/>
          </a:xfrm>
          <a:prstGeom prst="rect">
            <a:avLst/>
          </a:prstGeom>
        </p:spPr>
      </p:pic>
      <p:cxnSp>
        <p:nvCxnSpPr>
          <p:cNvPr id="47" name="Straight Arrow Connector 46"/>
          <p:cNvCxnSpPr/>
          <p:nvPr/>
        </p:nvCxnSpPr>
        <p:spPr>
          <a:xfrm flipH="1">
            <a:off x="3112135" y="2651760"/>
            <a:ext cx="588645" cy="690245"/>
          </a:xfrm>
          <a:prstGeom prst="straightConnector1">
            <a:avLst/>
          </a:prstGeom>
          <a:ln>
            <a:headEnd type="none" w="med" len="med"/>
            <a:tailEnd type="arrow" w="med" len="med"/>
          </a:ln>
        </p:spPr>
        <p:style>
          <a:lnRef idx="3">
            <a:schemeClr val="accent1"/>
          </a:lnRef>
          <a:fillRef idx="0">
            <a:srgbClr val="FFFFFF"/>
          </a:fillRef>
          <a:effectRef idx="0">
            <a:srgbClr val="FFFFFF"/>
          </a:effectRef>
          <a:fontRef idx="minor">
            <a:schemeClr val="tx1"/>
          </a:fontRef>
        </p:style>
      </p:cxnSp>
      <p:cxnSp>
        <p:nvCxnSpPr>
          <p:cNvPr id="48" name="Straight Arrow Connector 47"/>
          <p:cNvCxnSpPr>
            <a:endCxn id="51" idx="3"/>
          </p:cNvCxnSpPr>
          <p:nvPr/>
        </p:nvCxnSpPr>
        <p:spPr>
          <a:xfrm flipH="1">
            <a:off x="1619885" y="1811655"/>
            <a:ext cx="1134745" cy="156845"/>
          </a:xfrm>
          <a:prstGeom prst="straightConnector1">
            <a:avLst/>
          </a:prstGeom>
          <a:ln>
            <a:headEnd type="none" w="med" len="med"/>
            <a:tailEnd type="arrow" w="med" len="med"/>
          </a:ln>
        </p:spPr>
        <p:style>
          <a:lnRef idx="3">
            <a:schemeClr val="accent1"/>
          </a:lnRef>
          <a:fillRef idx="0">
            <a:srgbClr val="FFFFFF"/>
          </a:fillRef>
          <a:effectRef idx="0">
            <a:srgbClr val="FFFFFF"/>
          </a:effectRef>
          <a:fontRef idx="minor">
            <a:schemeClr val="tx1"/>
          </a:fontRef>
        </p:style>
      </p:cxnSp>
      <p:cxnSp>
        <p:nvCxnSpPr>
          <p:cNvPr id="49" name="Straight Arrow Connector 48"/>
          <p:cNvCxnSpPr/>
          <p:nvPr/>
        </p:nvCxnSpPr>
        <p:spPr>
          <a:xfrm flipH="1">
            <a:off x="1407160" y="2179955"/>
            <a:ext cx="1504950" cy="1113790"/>
          </a:xfrm>
          <a:prstGeom prst="straightConnector1">
            <a:avLst/>
          </a:prstGeom>
          <a:ln>
            <a:headEnd type="none" w="med" len="med"/>
            <a:tailEnd type="arrow" w="med" len="med"/>
          </a:ln>
        </p:spPr>
        <p:style>
          <a:lnRef idx="3">
            <a:schemeClr val="accent1"/>
          </a:lnRef>
          <a:fillRef idx="0">
            <a:srgbClr val="FFFFFF"/>
          </a:fillRef>
          <a:effectRef idx="0">
            <a:srgbClr val="FFFFFF"/>
          </a:effectRef>
          <a:fontRef idx="minor">
            <a:schemeClr val="tx1"/>
          </a:fontRef>
        </p:style>
      </p:cxnSp>
      <p:cxnSp>
        <p:nvCxnSpPr>
          <p:cNvPr id="50" name="Straight Arrow Connector 49"/>
          <p:cNvCxnSpPr/>
          <p:nvPr/>
        </p:nvCxnSpPr>
        <p:spPr>
          <a:xfrm flipH="1">
            <a:off x="1503045" y="2016125"/>
            <a:ext cx="681355" cy="454025"/>
          </a:xfrm>
          <a:prstGeom prst="straightConnector1">
            <a:avLst/>
          </a:prstGeom>
          <a:ln>
            <a:headEnd type="none" w="med" len="med"/>
            <a:tailEnd type="arrow" w="med" len="med"/>
          </a:ln>
        </p:spPr>
        <p:style>
          <a:lnRef idx="3">
            <a:schemeClr val="accent1"/>
          </a:lnRef>
          <a:fillRef idx="0">
            <a:srgbClr val="FFFFFF"/>
          </a:fillRef>
          <a:effectRef idx="0">
            <a:srgbClr val="FFFFFF"/>
          </a:effectRef>
          <a:fontRef idx="minor">
            <a:schemeClr val="tx1"/>
          </a:fontRef>
        </p:style>
      </p:cxnSp>
      <p:pic>
        <p:nvPicPr>
          <p:cNvPr id="51" name="Picture 50"/>
          <p:cNvPicPr>
            <a:picLocks noChangeAspect="1"/>
          </p:cNvPicPr>
          <p:nvPr/>
        </p:nvPicPr>
        <p:blipFill>
          <a:blip r:embed="rId14"/>
          <a:stretch>
            <a:fillRect/>
          </a:stretch>
        </p:blipFill>
        <p:spPr>
          <a:xfrm>
            <a:off x="0" y="1635125"/>
            <a:ext cx="1619885" cy="666750"/>
          </a:xfrm>
          <a:prstGeom prst="rect">
            <a:avLst/>
          </a:prstGeom>
        </p:spPr>
      </p:pic>
      <p:pic>
        <p:nvPicPr>
          <p:cNvPr id="52" name="Picture 51"/>
          <p:cNvPicPr>
            <a:picLocks noChangeAspect="1"/>
          </p:cNvPicPr>
          <p:nvPr/>
        </p:nvPicPr>
        <p:blipFill>
          <a:blip r:embed="rId15"/>
          <a:stretch>
            <a:fillRect/>
          </a:stretch>
        </p:blipFill>
        <p:spPr>
          <a:xfrm>
            <a:off x="635" y="2451735"/>
            <a:ext cx="1619250" cy="600075"/>
          </a:xfrm>
          <a:prstGeom prst="rect">
            <a:avLst/>
          </a:prstGeom>
        </p:spPr>
      </p:pic>
      <p:pic>
        <p:nvPicPr>
          <p:cNvPr id="53" name="Picture 52"/>
          <p:cNvPicPr>
            <a:picLocks noChangeAspect="1"/>
          </p:cNvPicPr>
          <p:nvPr/>
        </p:nvPicPr>
        <p:blipFill>
          <a:blip r:embed="rId16"/>
          <a:stretch>
            <a:fillRect/>
          </a:stretch>
        </p:blipFill>
        <p:spPr>
          <a:xfrm>
            <a:off x="0" y="3342005"/>
            <a:ext cx="1503045" cy="619125"/>
          </a:xfrm>
          <a:prstGeom prst="rect">
            <a:avLst/>
          </a:prstGeom>
        </p:spPr>
      </p:pic>
      <p:sp>
        <p:nvSpPr>
          <p:cNvPr id="54" name="Oval 53"/>
          <p:cNvSpPr/>
          <p:nvPr/>
        </p:nvSpPr>
        <p:spPr>
          <a:xfrm>
            <a:off x="1242695" y="5246370"/>
            <a:ext cx="260350" cy="241300"/>
          </a:xfrm>
          <a:prstGeom prst="ellips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en-GB" sz="10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6</a:t>
            </a:r>
            <a:endParaRPr kumimoji="0" lang="en-US" altLang="en-GB" sz="10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GB" altLang="en-US" b="1">
                <a:solidFill>
                  <a:srgbClr val="FF0000"/>
                </a:solidFill>
                <a:sym typeface="+mn-ea"/>
              </a:rPr>
              <a:t>MANUAL.vs.AUTOMATIC</a:t>
            </a:r>
            <a:endParaRPr lang="en-GB" altLang="en-US"/>
          </a:p>
        </p:txBody>
      </p:sp>
      <p:pic>
        <p:nvPicPr>
          <p:cNvPr id="9" name="Picture 8"/>
          <p:cNvPicPr>
            <a:picLocks noChangeAspect="1"/>
          </p:cNvPicPr>
          <p:nvPr/>
        </p:nvPicPr>
        <p:blipFill>
          <a:blip r:embed="rId1"/>
          <a:stretch>
            <a:fillRect/>
          </a:stretch>
        </p:blipFill>
        <p:spPr>
          <a:xfrm>
            <a:off x="7969885" y="1544955"/>
            <a:ext cx="3895725" cy="4330700"/>
          </a:xfrm>
          <a:prstGeom prst="rect">
            <a:avLst/>
          </a:prstGeom>
        </p:spPr>
      </p:pic>
      <p:sp>
        <p:nvSpPr>
          <p:cNvPr id="39" name="Oval 38"/>
          <p:cNvSpPr/>
          <p:nvPr/>
        </p:nvSpPr>
        <p:spPr>
          <a:xfrm>
            <a:off x="9909810" y="2668270"/>
            <a:ext cx="396875" cy="366395"/>
          </a:xfrm>
          <a:prstGeom prst="ellips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GB" altLang="zh-CN" sz="10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1</a:t>
            </a:r>
            <a:endParaRPr kumimoji="0" lang="en-GB" altLang="zh-CN" sz="10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3" name="Oval 2"/>
          <p:cNvSpPr/>
          <p:nvPr/>
        </p:nvSpPr>
        <p:spPr>
          <a:xfrm>
            <a:off x="9337675" y="3345180"/>
            <a:ext cx="396875" cy="366395"/>
          </a:xfrm>
          <a:prstGeom prst="ellips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GB" altLang="zh-CN" sz="10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2</a:t>
            </a:r>
            <a:endParaRPr kumimoji="0" lang="en-GB" altLang="zh-CN" sz="10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5" name="Oval 4"/>
          <p:cNvSpPr/>
          <p:nvPr/>
        </p:nvSpPr>
        <p:spPr>
          <a:xfrm>
            <a:off x="8600440" y="1798955"/>
            <a:ext cx="396875" cy="366395"/>
          </a:xfrm>
          <a:prstGeom prst="ellips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GB" altLang="zh-CN" sz="10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3</a:t>
            </a:r>
            <a:endParaRPr kumimoji="0" lang="en-GB" altLang="zh-CN" sz="10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6" name="Oval 5"/>
          <p:cNvSpPr/>
          <p:nvPr/>
        </p:nvSpPr>
        <p:spPr>
          <a:xfrm>
            <a:off x="9337675" y="1544955"/>
            <a:ext cx="396875" cy="366395"/>
          </a:xfrm>
          <a:prstGeom prst="ellips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GB" altLang="zh-CN" sz="10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4</a:t>
            </a:r>
            <a:endParaRPr kumimoji="0" lang="en-GB" altLang="zh-CN" sz="10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7" name="Oval 6"/>
          <p:cNvSpPr/>
          <p:nvPr/>
        </p:nvSpPr>
        <p:spPr>
          <a:xfrm>
            <a:off x="8542655" y="3771900"/>
            <a:ext cx="396875" cy="366395"/>
          </a:xfrm>
          <a:prstGeom prst="ellips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GB" altLang="zh-CN" sz="10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5</a:t>
            </a:r>
            <a:endParaRPr kumimoji="0" lang="en-GB" altLang="zh-CN" sz="10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8" name="Oval 7"/>
          <p:cNvSpPr/>
          <p:nvPr/>
        </p:nvSpPr>
        <p:spPr>
          <a:xfrm>
            <a:off x="10544810" y="4050030"/>
            <a:ext cx="396875" cy="366395"/>
          </a:xfrm>
          <a:prstGeom prst="ellips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GB" altLang="zh-CN" sz="10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6</a:t>
            </a:r>
            <a:endParaRPr kumimoji="0" lang="en-GB" altLang="zh-CN" sz="10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10" name="Oval 9"/>
          <p:cNvSpPr/>
          <p:nvPr/>
        </p:nvSpPr>
        <p:spPr>
          <a:xfrm>
            <a:off x="9512935" y="5145405"/>
            <a:ext cx="396875" cy="366395"/>
          </a:xfrm>
          <a:prstGeom prst="ellips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GB" altLang="zh-CN" sz="10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7</a:t>
            </a:r>
            <a:endParaRPr kumimoji="0" lang="en-GB" altLang="zh-CN" sz="10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pic>
        <p:nvPicPr>
          <p:cNvPr id="15" name="Picture 14"/>
          <p:cNvPicPr>
            <a:picLocks noChangeAspect="1"/>
          </p:cNvPicPr>
          <p:nvPr/>
        </p:nvPicPr>
        <p:blipFill>
          <a:blip r:embed="rId2"/>
          <a:stretch>
            <a:fillRect/>
          </a:stretch>
        </p:blipFill>
        <p:spPr>
          <a:xfrm>
            <a:off x="2404110" y="1798955"/>
            <a:ext cx="2240915" cy="3130550"/>
          </a:xfrm>
          <a:prstGeom prst="rect">
            <a:avLst/>
          </a:prstGeom>
        </p:spPr>
      </p:pic>
      <p:pic>
        <p:nvPicPr>
          <p:cNvPr id="26" name="Picture 25"/>
          <p:cNvPicPr>
            <a:picLocks noChangeAspect="1"/>
          </p:cNvPicPr>
          <p:nvPr/>
        </p:nvPicPr>
        <p:blipFill>
          <a:blip r:embed="rId3"/>
          <a:stretch>
            <a:fillRect/>
          </a:stretch>
        </p:blipFill>
        <p:spPr>
          <a:xfrm>
            <a:off x="3361690" y="1517650"/>
            <a:ext cx="2343150" cy="647700"/>
          </a:xfrm>
          <a:prstGeom prst="rect">
            <a:avLst/>
          </a:prstGeom>
        </p:spPr>
      </p:pic>
      <p:pic>
        <p:nvPicPr>
          <p:cNvPr id="27" name="Picture 26"/>
          <p:cNvPicPr>
            <a:picLocks noChangeAspect="1"/>
          </p:cNvPicPr>
          <p:nvPr/>
        </p:nvPicPr>
        <p:blipFill>
          <a:blip r:embed="rId4"/>
          <a:stretch>
            <a:fillRect/>
          </a:stretch>
        </p:blipFill>
        <p:spPr>
          <a:xfrm>
            <a:off x="609600" y="1544955"/>
            <a:ext cx="2333625" cy="647700"/>
          </a:xfrm>
          <a:prstGeom prst="rect">
            <a:avLst/>
          </a:prstGeom>
        </p:spPr>
      </p:pic>
      <p:pic>
        <p:nvPicPr>
          <p:cNvPr id="28" name="Picture 27"/>
          <p:cNvPicPr>
            <a:picLocks noChangeAspect="1"/>
          </p:cNvPicPr>
          <p:nvPr/>
        </p:nvPicPr>
        <p:blipFill>
          <a:blip r:embed="rId5"/>
          <a:stretch>
            <a:fillRect/>
          </a:stretch>
        </p:blipFill>
        <p:spPr>
          <a:xfrm>
            <a:off x="3515995" y="2311400"/>
            <a:ext cx="2381250" cy="647700"/>
          </a:xfrm>
          <a:prstGeom prst="rect">
            <a:avLst/>
          </a:prstGeom>
        </p:spPr>
      </p:pic>
      <p:pic>
        <p:nvPicPr>
          <p:cNvPr id="30" name="Picture 29"/>
          <p:cNvPicPr>
            <a:picLocks noChangeAspect="1"/>
          </p:cNvPicPr>
          <p:nvPr/>
        </p:nvPicPr>
        <p:blipFill>
          <a:blip r:embed="rId6"/>
          <a:stretch>
            <a:fillRect/>
          </a:stretch>
        </p:blipFill>
        <p:spPr>
          <a:xfrm>
            <a:off x="3649345" y="2955290"/>
            <a:ext cx="2247900" cy="600075"/>
          </a:xfrm>
          <a:prstGeom prst="rect">
            <a:avLst/>
          </a:prstGeom>
        </p:spPr>
      </p:pic>
      <p:pic>
        <p:nvPicPr>
          <p:cNvPr id="31" name="Picture 30"/>
          <p:cNvPicPr>
            <a:picLocks noChangeAspect="1"/>
          </p:cNvPicPr>
          <p:nvPr/>
        </p:nvPicPr>
        <p:blipFill>
          <a:blip r:embed="rId7"/>
          <a:stretch>
            <a:fillRect/>
          </a:stretch>
        </p:blipFill>
        <p:spPr>
          <a:xfrm>
            <a:off x="3883025" y="3711575"/>
            <a:ext cx="2324100" cy="581025"/>
          </a:xfrm>
          <a:prstGeom prst="rect">
            <a:avLst/>
          </a:prstGeom>
        </p:spPr>
      </p:pic>
      <p:pic>
        <p:nvPicPr>
          <p:cNvPr id="32" name="Picture 31"/>
          <p:cNvPicPr>
            <a:picLocks noChangeAspect="1"/>
          </p:cNvPicPr>
          <p:nvPr/>
        </p:nvPicPr>
        <p:blipFill>
          <a:blip r:embed="rId8"/>
          <a:stretch>
            <a:fillRect/>
          </a:stretch>
        </p:blipFill>
        <p:spPr>
          <a:xfrm>
            <a:off x="361950" y="3345180"/>
            <a:ext cx="2362200" cy="657225"/>
          </a:xfrm>
          <a:prstGeom prst="rect">
            <a:avLst/>
          </a:prstGeom>
        </p:spPr>
      </p:pic>
      <p:pic>
        <p:nvPicPr>
          <p:cNvPr id="33" name="Picture 32"/>
          <p:cNvPicPr>
            <a:picLocks noChangeAspect="1"/>
          </p:cNvPicPr>
          <p:nvPr/>
        </p:nvPicPr>
        <p:blipFill>
          <a:blip r:embed="rId9"/>
          <a:stretch>
            <a:fillRect/>
          </a:stretch>
        </p:blipFill>
        <p:spPr>
          <a:xfrm>
            <a:off x="3067685" y="4497070"/>
            <a:ext cx="2352675" cy="6477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GB" altLang="en-US" b="1" dirty="0">
                <a:solidFill>
                  <a:srgbClr val="FF0000"/>
                </a:solidFill>
                <a:cs typeface="Arial" panose="020B0604020202020204"/>
                <a:sym typeface="+mn-ea"/>
              </a:rPr>
              <a:t>MANUAL.vs.AUTOMATIC</a:t>
            </a:r>
            <a:endParaRPr lang="en-GB" altLang="en-US"/>
          </a:p>
        </p:txBody>
      </p:sp>
      <p:sp>
        <p:nvSpPr>
          <p:cNvPr id="5" name="Right Arrow 4"/>
          <p:cNvSpPr/>
          <p:nvPr/>
        </p:nvSpPr>
        <p:spPr>
          <a:xfrm>
            <a:off x="5835015" y="1947545"/>
            <a:ext cx="1061085" cy="386080"/>
          </a:xfrm>
          <a:prstGeom prst="rightArrow">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7" name="Rectangles 6"/>
          <p:cNvSpPr/>
          <p:nvPr/>
        </p:nvSpPr>
        <p:spPr>
          <a:xfrm>
            <a:off x="6866890" y="1802765"/>
            <a:ext cx="2575560" cy="742950"/>
          </a:xfrm>
          <a:prstGeom prst="rect">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LYSOSOMES CHECK,</a:t>
            </a:r>
            <a:endParaRPr kumimoji="0" lang="en-US" altLang="zh-CN"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a:p>
            <a:pPr marL="0" marR="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 LAST MEETING</a:t>
            </a:r>
            <a:endParaRPr kumimoji="0" lang="en-US" altLang="zh-CN"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pic>
        <p:nvPicPr>
          <p:cNvPr id="3" name="Picture 2"/>
          <p:cNvPicPr>
            <a:picLocks noChangeAspect="1"/>
          </p:cNvPicPr>
          <p:nvPr/>
        </p:nvPicPr>
        <p:blipFill>
          <a:blip r:embed="rId1"/>
          <a:stretch>
            <a:fillRect/>
          </a:stretch>
        </p:blipFill>
        <p:spPr>
          <a:xfrm>
            <a:off x="975360" y="1196340"/>
            <a:ext cx="4905375" cy="48768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09600" y="190500"/>
            <a:ext cx="10972800" cy="762000"/>
          </a:xfrm>
        </p:spPr>
        <p:txBody>
          <a:bodyPr lIns="91440" tIns="45720" rIns="91440" bIns="45720" anchor="ctr" anchorCtr="0"/>
          <a:lstStyle/>
          <a:p>
            <a:r>
              <a:rPr lang="en-US" altLang="en-GB" b="1" dirty="0">
                <a:solidFill>
                  <a:srgbClr val="FF0000"/>
                </a:solidFill>
                <a:cs typeface="Arial" panose="020B0604020202020204"/>
              </a:rPr>
              <a:t>DATASETS</a:t>
            </a:r>
            <a:endParaRPr lang="en-US" altLang="en-GB" b="1" dirty="0">
              <a:solidFill>
                <a:srgbClr val="FF0000"/>
              </a:solidFill>
              <a:cs typeface="Arial" panose="020B0604020202020204"/>
            </a:endParaRPr>
          </a:p>
        </p:txBody>
      </p:sp>
      <p:pic>
        <p:nvPicPr>
          <p:cNvPr id="4" name="Picture 3"/>
          <p:cNvPicPr>
            <a:picLocks noChangeAspect="1"/>
          </p:cNvPicPr>
          <p:nvPr/>
        </p:nvPicPr>
        <p:blipFill>
          <a:blip r:embed="rId1"/>
          <a:stretch>
            <a:fillRect/>
          </a:stretch>
        </p:blipFill>
        <p:spPr>
          <a:xfrm>
            <a:off x="609600" y="1195070"/>
            <a:ext cx="7896225" cy="4667250"/>
          </a:xfrm>
          <a:prstGeom prst="rect">
            <a:avLst/>
          </a:prstGeom>
        </p:spPr>
      </p:pic>
      <p:pic>
        <p:nvPicPr>
          <p:cNvPr id="5" name="Picture 4"/>
          <p:cNvPicPr>
            <a:picLocks noChangeAspect="1"/>
          </p:cNvPicPr>
          <p:nvPr/>
        </p:nvPicPr>
        <p:blipFill>
          <a:blip r:embed="rId2"/>
          <a:stretch>
            <a:fillRect/>
          </a:stretch>
        </p:blipFill>
        <p:spPr>
          <a:xfrm>
            <a:off x="9138285" y="1541780"/>
            <a:ext cx="2152650" cy="800100"/>
          </a:xfrm>
          <a:prstGeom prst="rect">
            <a:avLst/>
          </a:prstGeom>
        </p:spPr>
      </p:pic>
      <p:pic>
        <p:nvPicPr>
          <p:cNvPr id="6" name="Picture 5"/>
          <p:cNvPicPr>
            <a:picLocks noChangeAspect="1"/>
          </p:cNvPicPr>
          <p:nvPr/>
        </p:nvPicPr>
        <p:blipFill>
          <a:blip r:embed="rId3"/>
          <a:stretch>
            <a:fillRect/>
          </a:stretch>
        </p:blipFill>
        <p:spPr>
          <a:xfrm>
            <a:off x="9338310" y="2773680"/>
            <a:ext cx="1752600" cy="1019175"/>
          </a:xfrm>
          <a:prstGeom prst="rect">
            <a:avLst/>
          </a:prstGeom>
        </p:spPr>
      </p:pic>
      <p:pic>
        <p:nvPicPr>
          <p:cNvPr id="7" name="Picture 6"/>
          <p:cNvPicPr>
            <a:picLocks noChangeAspect="1"/>
          </p:cNvPicPr>
          <p:nvPr/>
        </p:nvPicPr>
        <p:blipFill>
          <a:blip r:embed="rId4"/>
          <a:stretch>
            <a:fillRect/>
          </a:stretch>
        </p:blipFill>
        <p:spPr>
          <a:xfrm>
            <a:off x="8811895" y="4718050"/>
            <a:ext cx="1752600" cy="523875"/>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ítulo 1"/>
          <p:cNvSpPr>
            <a:spLocks noGrp="1"/>
          </p:cNvSpPr>
          <p:nvPr>
            <p:ph type="title"/>
          </p:nvPr>
        </p:nvSpPr>
        <p:spPr>
          <a:xfrm>
            <a:off x="792480" y="3048000"/>
            <a:ext cx="10972800" cy="762000"/>
          </a:xfrm>
        </p:spPr>
        <p:txBody>
          <a:bodyPr lIns="91440" tIns="45720" rIns="91440" bIns="45720" anchor="ctr" anchorCtr="0"/>
          <a:lstStyle/>
          <a:p>
            <a:r>
              <a:rPr lang="en-US" altLang="en-GB" sz="2400" b="1" dirty="0">
                <a:solidFill>
                  <a:srgbClr val="FF0000"/>
                </a:solidFill>
                <a:cs typeface="Arial" panose="020B0604020202020204"/>
              </a:rPr>
              <a:t>40A_UAS-TMEM1923x-HA x 71G10 40A MARCM_L3_1_Airy_010724</a:t>
            </a:r>
            <a:endParaRPr lang="en-US" altLang="en-GB" b="1" dirty="0">
              <a:solidFill>
                <a:srgbClr val="FF0000"/>
              </a:solidFill>
              <a:cs typeface="Arial" panose="020B060402020202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09600" y="190500"/>
            <a:ext cx="10972800" cy="762000"/>
          </a:xfrm>
        </p:spPr>
        <p:txBody>
          <a:bodyPr lIns="91440" tIns="45720" rIns="91440" bIns="45720" anchor="ctr" anchorCtr="0"/>
          <a:lstStyle/>
          <a:p>
            <a:r>
              <a:rPr lang="en-US" altLang="en-GB" b="1" dirty="0">
                <a:solidFill>
                  <a:srgbClr val="FF0000"/>
                </a:solidFill>
                <a:cs typeface="Arial" panose="020B0604020202020204"/>
              </a:rPr>
              <a:t>DETECTION VIDEO</a:t>
            </a:r>
            <a:endParaRPr lang="en-US" altLang="en-GB" b="1" dirty="0">
              <a:solidFill>
                <a:srgbClr val="FF0000"/>
              </a:solidFill>
              <a:cs typeface="Arial" panose="020B0604020202020204"/>
            </a:endParaRPr>
          </a:p>
        </p:txBody>
      </p:sp>
      <p:pic>
        <p:nvPicPr>
          <p:cNvPr id="3" name="ch2_raw_and_fused_all_viz">
            <a:hlinkClick r:id="" action="ppaction://media"/>
          </p:cNvPr>
          <p:cNvPicPr/>
          <p:nvPr>
            <a:videoFile r:link="rId1"/>
            <p:extLst>
              <p:ext uri="{DAA4B4D4-6D71-4841-9C94-3DE7FCFB9230}">
                <p14:media xmlns:p14="http://schemas.microsoft.com/office/powerpoint/2010/main" r:embed="rId2"/>
              </p:ext>
            </p:extLst>
            <p:custDataLst>
              <p:tags r:id="rId3"/>
            </p:custDataLst>
          </p:nvPr>
        </p:nvPicPr>
        <p:blipFill>
          <a:blip r:embed="rId4"/>
          <a:stretch>
            <a:fillRect/>
          </a:stretch>
        </p:blipFill>
        <p:spPr>
          <a:xfrm>
            <a:off x="396240" y="878205"/>
            <a:ext cx="11399520" cy="5699760"/>
          </a:xfrm>
          <a:prstGeom prst="rect">
            <a:avLst/>
          </a:prstGeom>
        </p:spPr>
      </p:pic>
    </p:spTree>
  </p:cSld>
  <p:clrMapOvr>
    <a:masterClrMapping/>
  </p:clrMapOvr>
  <p:timing>
    <p:tnLst>
      <p:par>
        <p:cTn id="1" dur="indefinite" restart="never" nodeType="tmRoot">
          <p:childTnLst>
            <p:video fullScrn="0">
              <p:cMediaNode>
                <p:cTn id="2" fill="hold" display="1">
                  <p:stCondLst>
                    <p:cond delay="indefinite"/>
                  </p:stCondLst>
                </p:cTn>
                <p:tgtEl>
                  <p:spTgt spid="3"/>
                </p:tgtEl>
              </p:cMediaNode>
            </p:video>
            <p:seq concurrent="1" nextAc="seek">
              <p:cTn id="3" restart="whenNotActive" fill="hold" evtFilter="cancelBubble" nodeType="interactiveSeq">
                <p:stCondLst>
                  <p:cond evt="onClick" delay="0">
                    <p:tgtEl>
                      <p:spTgt spid="3"/>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09600" y="190500"/>
            <a:ext cx="10972800" cy="762000"/>
          </a:xfrm>
        </p:spPr>
        <p:txBody>
          <a:bodyPr lIns="91440" tIns="45720" rIns="91440" bIns="45720" anchor="ctr" anchorCtr="0"/>
          <a:lstStyle/>
          <a:p>
            <a:r>
              <a:rPr lang="en-US" altLang="en-GB" sz="2400" b="1" dirty="0">
                <a:solidFill>
                  <a:srgbClr val="FF0000"/>
                </a:solidFill>
                <a:cs typeface="Arial" panose="020B0604020202020204"/>
              </a:rPr>
              <a:t>SEGMENTATION</a:t>
            </a:r>
            <a:endParaRPr lang="en-US" altLang="en-GB" b="1" dirty="0">
              <a:solidFill>
                <a:srgbClr val="FF0000"/>
              </a:solidFill>
              <a:cs typeface="Arial" panose="020B0604020202020204"/>
            </a:endParaRPr>
          </a:p>
        </p:txBody>
      </p:sp>
      <p:pic>
        <p:nvPicPr>
          <p:cNvPr id="3" name="Picture 2" descr="seg 1"/>
          <p:cNvPicPr>
            <a:picLocks noChangeAspect="1"/>
          </p:cNvPicPr>
          <p:nvPr/>
        </p:nvPicPr>
        <p:blipFill>
          <a:blip r:embed="rId1"/>
          <a:stretch>
            <a:fillRect/>
          </a:stretch>
        </p:blipFill>
        <p:spPr>
          <a:xfrm>
            <a:off x="1143635" y="952500"/>
            <a:ext cx="9229090" cy="5357495"/>
          </a:xfrm>
          <a:prstGeom prst="rect">
            <a:avLst/>
          </a:prstGeom>
        </p:spPr>
      </p:pic>
      <p:sp>
        <p:nvSpPr>
          <p:cNvPr id="8" name="Rectangles 7"/>
          <p:cNvSpPr/>
          <p:nvPr>
            <p:custDataLst>
              <p:tags r:id="rId2"/>
            </p:custDataLst>
          </p:nvPr>
        </p:nvSpPr>
        <p:spPr>
          <a:xfrm>
            <a:off x="4217670" y="2343785"/>
            <a:ext cx="1234440" cy="935355"/>
          </a:xfrm>
          <a:prstGeom prst="rect">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ctr" defTabSz="914400" rtl="0" eaLnBrk="1" fontAlgn="base" latinLnBrk="0" hangingPunct="1">
              <a:lnSpc>
                <a:spcPct val="100000"/>
              </a:lnSpc>
              <a:spcBef>
                <a:spcPct val="0"/>
              </a:spcBef>
              <a:spcAft>
                <a:spcPct val="0"/>
              </a:spcAft>
              <a:buClrTx/>
              <a:buSzTx/>
              <a:buFontTx/>
              <a:buNone/>
            </a:pPr>
            <a:r>
              <a:rPr kumimoji="0" lang="en-US" altLang="en-GB" sz="3200" b="1"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1</a:t>
            </a:r>
            <a:endParaRPr kumimoji="0" lang="en-US" altLang="en-GB" sz="3200" b="1"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4" name="Rectangles 3"/>
          <p:cNvSpPr/>
          <p:nvPr>
            <p:custDataLst>
              <p:tags r:id="rId3"/>
            </p:custDataLst>
          </p:nvPr>
        </p:nvSpPr>
        <p:spPr>
          <a:xfrm>
            <a:off x="2788920" y="5712460"/>
            <a:ext cx="1234440" cy="935355"/>
          </a:xfrm>
          <a:prstGeom prst="rect">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ctr" defTabSz="914400" rtl="0" eaLnBrk="1" fontAlgn="base" latinLnBrk="0" hangingPunct="1">
              <a:lnSpc>
                <a:spcPct val="100000"/>
              </a:lnSpc>
              <a:spcBef>
                <a:spcPct val="0"/>
              </a:spcBef>
              <a:spcAft>
                <a:spcPct val="0"/>
              </a:spcAft>
              <a:buClrTx/>
              <a:buSzTx/>
              <a:buFontTx/>
              <a:buNone/>
            </a:pPr>
            <a:r>
              <a:rPr kumimoji="0" lang="en-GB" altLang="zh-CN" sz="3200" b="1"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2</a:t>
            </a:r>
            <a:endParaRPr kumimoji="0" lang="en-GB" altLang="zh-CN" sz="3200" b="1"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5" name="Rectangles 4"/>
          <p:cNvSpPr/>
          <p:nvPr>
            <p:custDataLst>
              <p:tags r:id="rId4"/>
            </p:custDataLst>
          </p:nvPr>
        </p:nvSpPr>
        <p:spPr>
          <a:xfrm>
            <a:off x="7272655" y="5816600"/>
            <a:ext cx="1234440" cy="935355"/>
          </a:xfrm>
          <a:prstGeom prst="rect">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ctr" defTabSz="914400" rtl="0" eaLnBrk="1" fontAlgn="base" latinLnBrk="0" hangingPunct="1">
              <a:lnSpc>
                <a:spcPct val="100000"/>
              </a:lnSpc>
              <a:spcBef>
                <a:spcPct val="0"/>
              </a:spcBef>
              <a:spcAft>
                <a:spcPct val="0"/>
              </a:spcAft>
              <a:buClrTx/>
              <a:buSzTx/>
              <a:buFontTx/>
              <a:buNone/>
            </a:pPr>
            <a:r>
              <a:rPr kumimoji="0" lang="en-US" altLang="en-GB" sz="3200" b="1"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3</a:t>
            </a:r>
            <a:endParaRPr kumimoji="0" lang="en-US" altLang="en-GB" sz="3200" b="1"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pic>
        <p:nvPicPr>
          <p:cNvPr id="7" name="Picture 6"/>
          <p:cNvPicPr>
            <a:picLocks noChangeAspect="1"/>
          </p:cNvPicPr>
          <p:nvPr/>
        </p:nvPicPr>
        <p:blipFill>
          <a:blip r:embed="rId5"/>
          <a:stretch>
            <a:fillRect/>
          </a:stretch>
        </p:blipFill>
        <p:spPr>
          <a:xfrm>
            <a:off x="3221355" y="4113530"/>
            <a:ext cx="1321435" cy="657225"/>
          </a:xfrm>
          <a:prstGeom prst="rect">
            <a:avLst/>
          </a:prstGeom>
        </p:spPr>
      </p:pic>
      <p:pic>
        <p:nvPicPr>
          <p:cNvPr id="9" name="Picture 8"/>
          <p:cNvPicPr>
            <a:picLocks noChangeAspect="1"/>
          </p:cNvPicPr>
          <p:nvPr/>
        </p:nvPicPr>
        <p:blipFill>
          <a:blip r:embed="rId6"/>
          <a:stretch>
            <a:fillRect/>
          </a:stretch>
        </p:blipFill>
        <p:spPr>
          <a:xfrm>
            <a:off x="5247640" y="4243070"/>
            <a:ext cx="2428875" cy="609600"/>
          </a:xfrm>
          <a:prstGeom prst="rect">
            <a:avLst/>
          </a:prstGeom>
        </p:spPr>
      </p:pic>
      <p:cxnSp>
        <p:nvCxnSpPr>
          <p:cNvPr id="14" name="Straight Arrow Connector 13"/>
          <p:cNvCxnSpPr/>
          <p:nvPr/>
        </p:nvCxnSpPr>
        <p:spPr>
          <a:xfrm flipV="1">
            <a:off x="5641975" y="4966970"/>
            <a:ext cx="2999740" cy="28575"/>
          </a:xfrm>
          <a:prstGeom prst="straightConnector1">
            <a:avLst/>
          </a:prstGeom>
          <a:gradFill rotWithShape="0">
            <a:gsLst>
              <a:gs pos="0">
                <a:schemeClr val="accent1"/>
              </a:gs>
              <a:gs pos="100000">
                <a:schemeClr val="accent2"/>
              </a:gs>
            </a:gsLst>
            <a:lin ang="5400000" scaled="1"/>
          </a:gradFill>
          <a:ln w="28575" cap="flat" cmpd="sng" algn="ctr">
            <a:solidFill>
              <a:schemeClr val="accent1"/>
            </a:solidFill>
            <a:prstDash val="solid"/>
            <a:round/>
            <a:headEnd type="none" w="med" len="med"/>
            <a:tailEnd type="arrow" w="med" len="med"/>
          </a:ln>
        </p:spPr>
      </p:cxnSp>
      <p:pic>
        <p:nvPicPr>
          <p:cNvPr id="15" name="Picture 14"/>
          <p:cNvPicPr>
            <a:picLocks noChangeAspect="1"/>
          </p:cNvPicPr>
          <p:nvPr/>
        </p:nvPicPr>
        <p:blipFill>
          <a:blip r:embed="rId7"/>
          <a:stretch>
            <a:fillRect/>
          </a:stretch>
        </p:blipFill>
        <p:spPr>
          <a:xfrm>
            <a:off x="8641715" y="4770755"/>
            <a:ext cx="2362200" cy="628650"/>
          </a:xfrm>
          <a:prstGeom prst="rect">
            <a:avLst/>
          </a:prstGeom>
        </p:spPr>
      </p:pic>
      <p:pic>
        <p:nvPicPr>
          <p:cNvPr id="16" name="Picture 15"/>
          <p:cNvPicPr>
            <a:picLocks noChangeAspect="1"/>
          </p:cNvPicPr>
          <p:nvPr/>
        </p:nvPicPr>
        <p:blipFill>
          <a:blip r:embed="rId8"/>
          <a:stretch>
            <a:fillRect/>
          </a:stretch>
        </p:blipFill>
        <p:spPr>
          <a:xfrm>
            <a:off x="8507095" y="3446780"/>
            <a:ext cx="2495550" cy="666750"/>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09600" y="190500"/>
            <a:ext cx="10972800" cy="762000"/>
          </a:xfrm>
        </p:spPr>
        <p:txBody>
          <a:bodyPr lIns="91440" tIns="45720" rIns="91440" bIns="45720" anchor="ctr" anchorCtr="0"/>
          <a:lstStyle/>
          <a:p>
            <a:r>
              <a:rPr lang="en-US" altLang="en-GB" sz="2400" b="1" dirty="0">
                <a:solidFill>
                  <a:srgbClr val="FF0000"/>
                </a:solidFill>
                <a:cs typeface="Arial" panose="020B0604020202020204"/>
              </a:rPr>
              <a:t>MANUAL.vs.AUTOMATIC</a:t>
            </a:r>
            <a:endParaRPr lang="en-US" altLang="en-GB" b="1" dirty="0">
              <a:solidFill>
                <a:srgbClr val="FF0000"/>
              </a:solidFill>
              <a:cs typeface="Arial" panose="020B0604020202020204"/>
            </a:endParaRPr>
          </a:p>
        </p:txBody>
      </p:sp>
      <p:pic>
        <p:nvPicPr>
          <p:cNvPr id="3" name="Picture 2"/>
          <p:cNvPicPr>
            <a:picLocks noChangeAspect="1"/>
          </p:cNvPicPr>
          <p:nvPr>
            <p:custDataLst>
              <p:tags r:id="rId1"/>
            </p:custDataLst>
          </p:nvPr>
        </p:nvPicPr>
        <p:blipFill>
          <a:blip r:embed="rId2"/>
          <a:stretch>
            <a:fillRect/>
          </a:stretch>
        </p:blipFill>
        <p:spPr>
          <a:xfrm>
            <a:off x="7669530" y="953135"/>
            <a:ext cx="3128010" cy="3300095"/>
          </a:xfrm>
          <a:prstGeom prst="rect">
            <a:avLst/>
          </a:prstGeom>
        </p:spPr>
      </p:pic>
      <p:pic>
        <p:nvPicPr>
          <p:cNvPr id="4" name="Picture 3"/>
          <p:cNvPicPr>
            <a:picLocks noChangeAspect="1"/>
          </p:cNvPicPr>
          <p:nvPr>
            <p:custDataLst>
              <p:tags r:id="rId3"/>
            </p:custDataLst>
          </p:nvPr>
        </p:nvPicPr>
        <p:blipFill>
          <a:blip r:embed="rId4"/>
          <a:stretch>
            <a:fillRect/>
          </a:stretch>
        </p:blipFill>
        <p:spPr>
          <a:xfrm>
            <a:off x="4146550" y="953135"/>
            <a:ext cx="3078480" cy="3300095"/>
          </a:xfrm>
          <a:prstGeom prst="rect">
            <a:avLst/>
          </a:prstGeom>
        </p:spPr>
      </p:pic>
      <p:pic>
        <p:nvPicPr>
          <p:cNvPr id="5" name="Picture 4"/>
          <p:cNvPicPr>
            <a:picLocks noChangeAspect="1"/>
          </p:cNvPicPr>
          <p:nvPr>
            <p:custDataLst>
              <p:tags r:id="rId5"/>
            </p:custDataLst>
          </p:nvPr>
        </p:nvPicPr>
        <p:blipFill>
          <a:blip r:embed="rId6"/>
          <a:stretch>
            <a:fillRect/>
          </a:stretch>
        </p:blipFill>
        <p:spPr>
          <a:xfrm>
            <a:off x="593090" y="952500"/>
            <a:ext cx="3058160" cy="3300730"/>
          </a:xfrm>
          <a:prstGeom prst="rect">
            <a:avLst/>
          </a:prstGeom>
        </p:spPr>
      </p:pic>
      <p:sp>
        <p:nvSpPr>
          <p:cNvPr id="6" name="Rectangles 5"/>
          <p:cNvSpPr/>
          <p:nvPr>
            <p:custDataLst>
              <p:tags r:id="rId7"/>
            </p:custDataLst>
          </p:nvPr>
        </p:nvSpPr>
        <p:spPr>
          <a:xfrm>
            <a:off x="1504950" y="4556760"/>
            <a:ext cx="1234440" cy="935355"/>
          </a:xfrm>
          <a:prstGeom prst="rect">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ctr" defTabSz="914400" rtl="0" eaLnBrk="1" fontAlgn="base" latinLnBrk="0" hangingPunct="1">
              <a:lnSpc>
                <a:spcPct val="100000"/>
              </a:lnSpc>
              <a:spcBef>
                <a:spcPct val="0"/>
              </a:spcBef>
              <a:spcAft>
                <a:spcPct val="0"/>
              </a:spcAft>
              <a:buClrTx/>
              <a:buSzTx/>
              <a:buFontTx/>
              <a:buNone/>
            </a:pPr>
            <a:r>
              <a:rPr kumimoji="0" lang="en-US" altLang="en-GB" sz="3200" b="1"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1</a:t>
            </a:r>
            <a:endParaRPr kumimoji="0" lang="en-US" altLang="en-GB" sz="3200" b="1"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7" name="Rectangles 6"/>
          <p:cNvSpPr/>
          <p:nvPr>
            <p:custDataLst>
              <p:tags r:id="rId8"/>
            </p:custDataLst>
          </p:nvPr>
        </p:nvSpPr>
        <p:spPr>
          <a:xfrm>
            <a:off x="8728075" y="4556760"/>
            <a:ext cx="1234440" cy="935355"/>
          </a:xfrm>
          <a:prstGeom prst="rect">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ctr" defTabSz="914400" rtl="0" eaLnBrk="1" fontAlgn="base" latinLnBrk="0" hangingPunct="1">
              <a:lnSpc>
                <a:spcPct val="100000"/>
              </a:lnSpc>
              <a:spcBef>
                <a:spcPct val="0"/>
              </a:spcBef>
              <a:spcAft>
                <a:spcPct val="0"/>
              </a:spcAft>
              <a:buClrTx/>
              <a:buSzTx/>
              <a:buFontTx/>
              <a:buNone/>
            </a:pPr>
            <a:r>
              <a:rPr kumimoji="0" lang="en-GB" altLang="zh-CN" sz="3200" b="1"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3</a:t>
            </a:r>
            <a:endParaRPr kumimoji="0" lang="en-GB" altLang="zh-CN" sz="3200" b="1"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8" name="Rectangles 7"/>
          <p:cNvSpPr/>
          <p:nvPr>
            <p:custDataLst>
              <p:tags r:id="rId9"/>
            </p:custDataLst>
          </p:nvPr>
        </p:nvSpPr>
        <p:spPr>
          <a:xfrm>
            <a:off x="5040630" y="4556760"/>
            <a:ext cx="1234440" cy="935355"/>
          </a:xfrm>
          <a:prstGeom prst="rect">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ctr" defTabSz="914400" rtl="0" eaLnBrk="1" fontAlgn="base" latinLnBrk="0" hangingPunct="1">
              <a:lnSpc>
                <a:spcPct val="100000"/>
              </a:lnSpc>
              <a:spcBef>
                <a:spcPct val="0"/>
              </a:spcBef>
              <a:spcAft>
                <a:spcPct val="0"/>
              </a:spcAft>
              <a:buClrTx/>
              <a:buSzTx/>
              <a:buFontTx/>
              <a:buNone/>
            </a:pPr>
            <a:r>
              <a:rPr kumimoji="0" lang="en-GB" altLang="zh-CN" sz="3200" b="1"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2</a:t>
            </a:r>
            <a:endParaRPr kumimoji="0" lang="en-GB" altLang="zh-CN" sz="3200" b="1"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09600" y="190500"/>
            <a:ext cx="10972800" cy="762000"/>
          </a:xfrm>
        </p:spPr>
        <p:txBody>
          <a:bodyPr lIns="91440" tIns="45720" rIns="91440" bIns="45720" anchor="ctr" anchorCtr="0"/>
          <a:lstStyle/>
          <a:p>
            <a:r>
              <a:rPr lang="en-GB" altLang="en-US" b="1" dirty="0">
                <a:solidFill>
                  <a:srgbClr val="FF0000"/>
                </a:solidFill>
                <a:cs typeface="Arial" panose="020B0604020202020204"/>
              </a:rPr>
              <a:t>MANUAL.vs.AUTOMATIC</a:t>
            </a:r>
            <a:endParaRPr lang="en-GB" altLang="en-US" b="1" dirty="0">
              <a:solidFill>
                <a:srgbClr val="FF0000"/>
              </a:solidFill>
              <a:cs typeface="Arial" panose="020B0604020202020204"/>
            </a:endParaRPr>
          </a:p>
        </p:txBody>
      </p:sp>
      <p:pic>
        <p:nvPicPr>
          <p:cNvPr id="5" name="Picture 4"/>
          <p:cNvPicPr>
            <a:picLocks noChangeAspect="1"/>
          </p:cNvPicPr>
          <p:nvPr/>
        </p:nvPicPr>
        <p:blipFill>
          <a:blip r:embed="rId1"/>
          <a:stretch>
            <a:fillRect/>
          </a:stretch>
        </p:blipFill>
        <p:spPr>
          <a:xfrm>
            <a:off x="8645525" y="3496310"/>
            <a:ext cx="3376930" cy="3455035"/>
          </a:xfrm>
          <a:prstGeom prst="rect">
            <a:avLst/>
          </a:prstGeom>
        </p:spPr>
      </p:pic>
      <p:sp>
        <p:nvSpPr>
          <p:cNvPr id="7" name="Rectangles 6"/>
          <p:cNvSpPr/>
          <p:nvPr/>
        </p:nvSpPr>
        <p:spPr>
          <a:xfrm>
            <a:off x="0" y="1052830"/>
            <a:ext cx="1234440" cy="935355"/>
          </a:xfrm>
          <a:prstGeom prst="rect">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ctr" defTabSz="914400" rtl="0" eaLnBrk="1" fontAlgn="base" latinLnBrk="0" hangingPunct="1">
              <a:lnSpc>
                <a:spcPct val="100000"/>
              </a:lnSpc>
              <a:spcBef>
                <a:spcPct val="0"/>
              </a:spcBef>
              <a:spcAft>
                <a:spcPct val="0"/>
              </a:spcAft>
              <a:buClrTx/>
              <a:buSzTx/>
              <a:buFontTx/>
              <a:buNone/>
            </a:pPr>
            <a:r>
              <a:rPr kumimoji="0" lang="en-US" altLang="en-GB" sz="3200" b="1"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1</a:t>
            </a:r>
            <a:endParaRPr kumimoji="0" lang="en-US" altLang="en-GB" sz="3200" b="1"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23" name="Oval 22"/>
          <p:cNvSpPr/>
          <p:nvPr/>
        </p:nvSpPr>
        <p:spPr>
          <a:xfrm>
            <a:off x="9758680" y="3815715"/>
            <a:ext cx="453390" cy="327660"/>
          </a:xfrm>
          <a:prstGeom prst="ellips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GB" altLang="zh-CN"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2</a:t>
            </a:r>
            <a:endParaRPr kumimoji="0" lang="en-GB" altLang="zh-CN"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24" name="Oval 23"/>
          <p:cNvSpPr/>
          <p:nvPr/>
        </p:nvSpPr>
        <p:spPr>
          <a:xfrm>
            <a:off x="11344910" y="6061710"/>
            <a:ext cx="453390" cy="327660"/>
          </a:xfrm>
          <a:prstGeom prst="ellips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GB" altLang="zh-CN"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4</a:t>
            </a:r>
            <a:endParaRPr kumimoji="0" lang="en-GB" altLang="zh-CN"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25" name="Oval 24"/>
          <p:cNvSpPr/>
          <p:nvPr/>
        </p:nvSpPr>
        <p:spPr>
          <a:xfrm>
            <a:off x="10579100" y="4257040"/>
            <a:ext cx="453390" cy="327660"/>
          </a:xfrm>
          <a:prstGeom prst="ellips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GB" altLang="zh-CN"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5</a:t>
            </a:r>
            <a:endParaRPr kumimoji="0" lang="en-GB" altLang="zh-CN"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26" name="Oval 25"/>
          <p:cNvSpPr/>
          <p:nvPr/>
        </p:nvSpPr>
        <p:spPr>
          <a:xfrm>
            <a:off x="9065895" y="4312920"/>
            <a:ext cx="453390" cy="327660"/>
          </a:xfrm>
          <a:prstGeom prst="ellips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GB" altLang="zh-CN"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1</a:t>
            </a:r>
            <a:endParaRPr kumimoji="0" lang="en-GB" altLang="zh-CN"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28" name="Oval 27"/>
          <p:cNvSpPr/>
          <p:nvPr/>
        </p:nvSpPr>
        <p:spPr>
          <a:xfrm>
            <a:off x="10492740" y="5845810"/>
            <a:ext cx="453390" cy="327660"/>
          </a:xfrm>
          <a:prstGeom prst="ellips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GB" altLang="zh-CN"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3</a:t>
            </a:r>
            <a:endParaRPr kumimoji="0" lang="en-GB" altLang="zh-CN"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pic>
        <p:nvPicPr>
          <p:cNvPr id="4" name="Picture 3"/>
          <p:cNvPicPr>
            <a:picLocks noChangeAspect="1"/>
          </p:cNvPicPr>
          <p:nvPr/>
        </p:nvPicPr>
        <p:blipFill>
          <a:blip r:embed="rId2"/>
          <a:stretch>
            <a:fillRect/>
          </a:stretch>
        </p:blipFill>
        <p:spPr>
          <a:xfrm>
            <a:off x="2932430" y="2233295"/>
            <a:ext cx="2538095" cy="2864485"/>
          </a:xfrm>
          <a:prstGeom prst="rect">
            <a:avLst/>
          </a:prstGeom>
        </p:spPr>
      </p:pic>
      <p:pic>
        <p:nvPicPr>
          <p:cNvPr id="3" name="Picture 2"/>
          <p:cNvPicPr>
            <a:picLocks noChangeAspect="1"/>
          </p:cNvPicPr>
          <p:nvPr/>
        </p:nvPicPr>
        <p:blipFill>
          <a:blip r:embed="rId3"/>
          <a:stretch>
            <a:fillRect/>
          </a:stretch>
        </p:blipFill>
        <p:spPr>
          <a:xfrm>
            <a:off x="4514215" y="2424430"/>
            <a:ext cx="2314575" cy="600075"/>
          </a:xfrm>
          <a:prstGeom prst="rect">
            <a:avLst/>
          </a:prstGeom>
        </p:spPr>
      </p:pic>
      <p:pic>
        <p:nvPicPr>
          <p:cNvPr id="6" name="Picture 5"/>
          <p:cNvPicPr>
            <a:picLocks noChangeAspect="1"/>
          </p:cNvPicPr>
          <p:nvPr/>
        </p:nvPicPr>
        <p:blipFill>
          <a:blip r:embed="rId4"/>
          <a:stretch>
            <a:fillRect/>
          </a:stretch>
        </p:blipFill>
        <p:spPr>
          <a:xfrm>
            <a:off x="1716405" y="2443480"/>
            <a:ext cx="2314575" cy="581025"/>
          </a:xfrm>
          <a:prstGeom prst="rect">
            <a:avLst/>
          </a:prstGeom>
        </p:spPr>
      </p:pic>
      <p:cxnSp>
        <p:nvCxnSpPr>
          <p:cNvPr id="9" name="Straight Arrow Connector 8"/>
          <p:cNvCxnSpPr/>
          <p:nvPr/>
        </p:nvCxnSpPr>
        <p:spPr>
          <a:xfrm flipV="1">
            <a:off x="4315460" y="1790065"/>
            <a:ext cx="239395" cy="1283335"/>
          </a:xfrm>
          <a:prstGeom prst="straightConnector1">
            <a:avLst/>
          </a:prstGeom>
          <a:ln>
            <a:headEnd type="none" w="med" len="med"/>
            <a:tailEnd type="arrow" w="med" len="med"/>
          </a:ln>
        </p:spPr>
        <p:style>
          <a:lnRef idx="3">
            <a:schemeClr val="accent1"/>
          </a:lnRef>
          <a:fillRef idx="0">
            <a:srgbClr val="FFFFFF"/>
          </a:fillRef>
          <a:effectRef idx="0">
            <a:srgbClr val="FFFFFF"/>
          </a:effectRef>
          <a:fontRef idx="minor">
            <a:schemeClr val="tx1"/>
          </a:fontRef>
        </p:style>
      </p:cxnSp>
      <p:pic>
        <p:nvPicPr>
          <p:cNvPr id="10" name="Picture 9"/>
          <p:cNvPicPr>
            <a:picLocks noChangeAspect="1"/>
          </p:cNvPicPr>
          <p:nvPr/>
        </p:nvPicPr>
        <p:blipFill>
          <a:blip r:embed="rId5"/>
          <a:stretch>
            <a:fillRect/>
          </a:stretch>
        </p:blipFill>
        <p:spPr>
          <a:xfrm>
            <a:off x="4554855" y="1199515"/>
            <a:ext cx="2343150" cy="590550"/>
          </a:xfrm>
          <a:prstGeom prst="rect">
            <a:avLst/>
          </a:prstGeom>
        </p:spPr>
      </p:pic>
      <p:pic>
        <p:nvPicPr>
          <p:cNvPr id="16" name="Picture 15"/>
          <p:cNvPicPr>
            <a:picLocks noChangeAspect="1"/>
          </p:cNvPicPr>
          <p:nvPr/>
        </p:nvPicPr>
        <p:blipFill>
          <a:blip r:embed="rId6"/>
          <a:stretch>
            <a:fillRect/>
          </a:stretch>
        </p:blipFill>
        <p:spPr>
          <a:xfrm>
            <a:off x="4220845" y="3360420"/>
            <a:ext cx="2362200" cy="609600"/>
          </a:xfrm>
          <a:prstGeom prst="rect">
            <a:avLst/>
          </a:prstGeom>
        </p:spPr>
      </p:pic>
      <p:pic>
        <p:nvPicPr>
          <p:cNvPr id="21" name="Picture 20"/>
          <p:cNvPicPr>
            <a:picLocks noChangeAspect="1"/>
          </p:cNvPicPr>
          <p:nvPr/>
        </p:nvPicPr>
        <p:blipFill>
          <a:blip r:embed="rId7"/>
          <a:stretch>
            <a:fillRect/>
          </a:stretch>
        </p:blipFill>
        <p:spPr>
          <a:xfrm>
            <a:off x="5151120" y="4257040"/>
            <a:ext cx="2409825" cy="657225"/>
          </a:xfrm>
          <a:prstGeom prst="rect">
            <a:avLst/>
          </a:prstGeom>
        </p:spPr>
      </p:pic>
      <p:pic>
        <p:nvPicPr>
          <p:cNvPr id="29" name="Picture 28"/>
          <p:cNvPicPr>
            <a:picLocks noChangeAspect="1"/>
          </p:cNvPicPr>
          <p:nvPr/>
        </p:nvPicPr>
        <p:blipFill>
          <a:blip r:embed="rId8"/>
          <a:stretch>
            <a:fillRect/>
          </a:stretch>
        </p:blipFill>
        <p:spPr>
          <a:xfrm>
            <a:off x="4615815" y="5423535"/>
            <a:ext cx="2381250" cy="638175"/>
          </a:xfrm>
          <a:prstGeom prst="rect">
            <a:avLst/>
          </a:prstGeom>
        </p:spPr>
      </p:pic>
      <p:cxnSp>
        <p:nvCxnSpPr>
          <p:cNvPr id="30" name="Straight Arrow Connector 29"/>
          <p:cNvCxnSpPr/>
          <p:nvPr/>
        </p:nvCxnSpPr>
        <p:spPr>
          <a:xfrm>
            <a:off x="4545330" y="4498340"/>
            <a:ext cx="421640" cy="883920"/>
          </a:xfrm>
          <a:prstGeom prst="straightConnector1">
            <a:avLst/>
          </a:prstGeom>
          <a:ln>
            <a:headEnd type="none" w="med" len="med"/>
            <a:tailEnd type="arrow" w="med" len="med"/>
          </a:ln>
        </p:spPr>
        <p:style>
          <a:lnRef idx="3">
            <a:schemeClr val="accent1"/>
          </a:lnRef>
          <a:fillRef idx="0">
            <a:srgbClr val="FFFFFF"/>
          </a:fillRef>
          <a:effectRef idx="0">
            <a:srgbClr val="FFFFFF"/>
          </a:effectRef>
          <a:fontRef idx="minor">
            <a:schemeClr val="tx1"/>
          </a:fontRef>
        </p:style>
      </p:cxnSp>
      <p:pic>
        <p:nvPicPr>
          <p:cNvPr id="31" name="Picture 30"/>
          <p:cNvPicPr>
            <a:picLocks noChangeAspect="1"/>
          </p:cNvPicPr>
          <p:nvPr/>
        </p:nvPicPr>
        <p:blipFill>
          <a:blip r:embed="rId9"/>
          <a:stretch>
            <a:fillRect/>
          </a:stretch>
        </p:blipFill>
        <p:spPr>
          <a:xfrm>
            <a:off x="1906270" y="4640580"/>
            <a:ext cx="2314575" cy="600075"/>
          </a:xfrm>
          <a:prstGeom prst="rect">
            <a:avLst/>
          </a:prstGeom>
        </p:spPr>
      </p:pic>
      <p:pic>
        <p:nvPicPr>
          <p:cNvPr id="32" name="Picture 31"/>
          <p:cNvPicPr>
            <a:picLocks noChangeAspect="1"/>
          </p:cNvPicPr>
          <p:nvPr/>
        </p:nvPicPr>
        <p:blipFill>
          <a:blip r:embed="rId10"/>
          <a:stretch>
            <a:fillRect/>
          </a:stretch>
        </p:blipFill>
        <p:spPr>
          <a:xfrm>
            <a:off x="1543685" y="3886200"/>
            <a:ext cx="2390775" cy="552450"/>
          </a:xfrm>
          <a:prstGeom prst="rect">
            <a:avLst/>
          </a:prstGeom>
        </p:spPr>
      </p:pic>
      <p:sp>
        <p:nvSpPr>
          <p:cNvPr id="39" name="Oval 38"/>
          <p:cNvSpPr/>
          <p:nvPr/>
        </p:nvSpPr>
        <p:spPr>
          <a:xfrm>
            <a:off x="9623425" y="4914265"/>
            <a:ext cx="453390" cy="327660"/>
          </a:xfrm>
          <a:prstGeom prst="ellips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en-GB"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8</a:t>
            </a:r>
            <a:endParaRPr kumimoji="0" lang="en-US" altLang="en-GB"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40" name="Oval 39"/>
          <p:cNvSpPr/>
          <p:nvPr/>
        </p:nvSpPr>
        <p:spPr>
          <a:xfrm>
            <a:off x="9305290" y="6061710"/>
            <a:ext cx="453390" cy="327660"/>
          </a:xfrm>
          <a:prstGeom prst="ellips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en-GB"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7</a:t>
            </a:r>
            <a:endParaRPr kumimoji="0" lang="en-US" altLang="en-GB"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09600" y="190500"/>
            <a:ext cx="10972800" cy="762000"/>
          </a:xfrm>
        </p:spPr>
        <p:txBody>
          <a:bodyPr lIns="91440" tIns="45720" rIns="91440" bIns="45720" anchor="ctr" anchorCtr="0"/>
          <a:lstStyle/>
          <a:p>
            <a:r>
              <a:rPr lang="en-GB" altLang="en-US" b="1" dirty="0">
                <a:solidFill>
                  <a:srgbClr val="FF0000"/>
                </a:solidFill>
                <a:cs typeface="Arial" panose="020B0604020202020204"/>
              </a:rPr>
              <a:t>MANUAL.vs.AUTOMATIC</a:t>
            </a:r>
            <a:endParaRPr lang="en-GB" altLang="en-US" b="1" dirty="0">
              <a:solidFill>
                <a:srgbClr val="FF0000"/>
              </a:solidFill>
              <a:cs typeface="Arial" panose="020B0604020202020204"/>
            </a:endParaRPr>
          </a:p>
        </p:txBody>
      </p:sp>
      <p:sp>
        <p:nvSpPr>
          <p:cNvPr id="7" name="Rectangles 6"/>
          <p:cNvSpPr/>
          <p:nvPr/>
        </p:nvSpPr>
        <p:spPr>
          <a:xfrm>
            <a:off x="-174625" y="3496310"/>
            <a:ext cx="1234440" cy="935355"/>
          </a:xfrm>
          <a:prstGeom prst="rect">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ctr" defTabSz="914400" rtl="0" eaLnBrk="1" fontAlgn="base" latinLnBrk="0" hangingPunct="1">
              <a:lnSpc>
                <a:spcPct val="100000"/>
              </a:lnSpc>
              <a:spcBef>
                <a:spcPct val="0"/>
              </a:spcBef>
              <a:spcAft>
                <a:spcPct val="0"/>
              </a:spcAft>
              <a:buClrTx/>
              <a:buSzTx/>
              <a:buFontTx/>
              <a:buNone/>
            </a:pPr>
            <a:r>
              <a:rPr kumimoji="0" lang="en-GB" altLang="zh-CN" sz="3200" b="1"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2</a:t>
            </a:r>
            <a:endParaRPr kumimoji="0" lang="en-GB" altLang="zh-CN" sz="3200" b="1"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pic>
        <p:nvPicPr>
          <p:cNvPr id="11" name="Picture 10"/>
          <p:cNvPicPr>
            <a:picLocks noChangeAspect="1"/>
          </p:cNvPicPr>
          <p:nvPr/>
        </p:nvPicPr>
        <p:blipFill>
          <a:blip r:embed="rId1"/>
          <a:stretch>
            <a:fillRect/>
          </a:stretch>
        </p:blipFill>
        <p:spPr>
          <a:xfrm>
            <a:off x="7689215" y="3207385"/>
            <a:ext cx="3574415" cy="2917190"/>
          </a:xfrm>
          <a:prstGeom prst="rect">
            <a:avLst/>
          </a:prstGeom>
        </p:spPr>
      </p:pic>
      <p:pic>
        <p:nvPicPr>
          <p:cNvPr id="8" name="Picture 7"/>
          <p:cNvPicPr>
            <a:picLocks noChangeAspect="1"/>
          </p:cNvPicPr>
          <p:nvPr/>
        </p:nvPicPr>
        <p:blipFill>
          <a:blip r:embed="rId2"/>
          <a:stretch>
            <a:fillRect/>
          </a:stretch>
        </p:blipFill>
        <p:spPr>
          <a:xfrm>
            <a:off x="1143000" y="800735"/>
            <a:ext cx="3952875" cy="2695575"/>
          </a:xfrm>
          <a:prstGeom prst="rect">
            <a:avLst/>
          </a:prstGeom>
        </p:spPr>
      </p:pic>
      <p:pic>
        <p:nvPicPr>
          <p:cNvPr id="6" name="Picture 5"/>
          <p:cNvPicPr>
            <a:picLocks noChangeAspect="1"/>
          </p:cNvPicPr>
          <p:nvPr/>
        </p:nvPicPr>
        <p:blipFill>
          <a:blip r:embed="rId3"/>
          <a:stretch>
            <a:fillRect/>
          </a:stretch>
        </p:blipFill>
        <p:spPr>
          <a:xfrm>
            <a:off x="4811395" y="800735"/>
            <a:ext cx="2305050" cy="590550"/>
          </a:xfrm>
          <a:prstGeom prst="rect">
            <a:avLst/>
          </a:prstGeom>
        </p:spPr>
      </p:pic>
      <p:pic>
        <p:nvPicPr>
          <p:cNvPr id="9" name="Picture 8"/>
          <p:cNvPicPr>
            <a:picLocks noChangeAspect="1"/>
          </p:cNvPicPr>
          <p:nvPr/>
        </p:nvPicPr>
        <p:blipFill>
          <a:blip r:embed="rId4"/>
          <a:stretch>
            <a:fillRect/>
          </a:stretch>
        </p:blipFill>
        <p:spPr>
          <a:xfrm>
            <a:off x="5095875" y="1455420"/>
            <a:ext cx="2409825" cy="609600"/>
          </a:xfrm>
          <a:prstGeom prst="rect">
            <a:avLst/>
          </a:prstGeom>
        </p:spPr>
      </p:pic>
      <p:pic>
        <p:nvPicPr>
          <p:cNvPr id="16" name="Picture 15"/>
          <p:cNvPicPr>
            <a:picLocks noChangeAspect="1"/>
          </p:cNvPicPr>
          <p:nvPr/>
        </p:nvPicPr>
        <p:blipFill>
          <a:blip r:embed="rId5"/>
          <a:stretch>
            <a:fillRect/>
          </a:stretch>
        </p:blipFill>
        <p:spPr>
          <a:xfrm>
            <a:off x="4925060" y="2078990"/>
            <a:ext cx="2457450" cy="647700"/>
          </a:xfrm>
          <a:prstGeom prst="rect">
            <a:avLst/>
          </a:prstGeom>
        </p:spPr>
      </p:pic>
      <p:pic>
        <p:nvPicPr>
          <p:cNvPr id="21" name="Picture 20"/>
          <p:cNvPicPr>
            <a:picLocks noChangeAspect="1"/>
          </p:cNvPicPr>
          <p:nvPr/>
        </p:nvPicPr>
        <p:blipFill>
          <a:blip r:embed="rId6"/>
          <a:stretch>
            <a:fillRect/>
          </a:stretch>
        </p:blipFill>
        <p:spPr>
          <a:xfrm>
            <a:off x="4263390" y="2740660"/>
            <a:ext cx="2419350" cy="628650"/>
          </a:xfrm>
          <a:prstGeom prst="rect">
            <a:avLst/>
          </a:prstGeom>
        </p:spPr>
      </p:pic>
      <p:cxnSp>
        <p:nvCxnSpPr>
          <p:cNvPr id="30" name="Straight Arrow Connector 29"/>
          <p:cNvCxnSpPr/>
          <p:nvPr/>
        </p:nvCxnSpPr>
        <p:spPr>
          <a:xfrm>
            <a:off x="3999230" y="1706880"/>
            <a:ext cx="655955" cy="3321050"/>
          </a:xfrm>
          <a:prstGeom prst="straightConnector1">
            <a:avLst/>
          </a:prstGeom>
          <a:ln>
            <a:headEnd type="none" w="med" len="med"/>
            <a:tailEnd type="arrow" w="med" len="med"/>
          </a:ln>
        </p:spPr>
        <p:style>
          <a:lnRef idx="3">
            <a:schemeClr val="accent1"/>
          </a:lnRef>
          <a:fillRef idx="0">
            <a:srgbClr val="FFFFFF"/>
          </a:fillRef>
          <a:effectRef idx="0">
            <a:srgbClr val="FFFFFF"/>
          </a:effectRef>
          <a:fontRef idx="minor">
            <a:schemeClr val="tx1"/>
          </a:fontRef>
        </p:style>
      </p:cxnSp>
      <p:cxnSp>
        <p:nvCxnSpPr>
          <p:cNvPr id="29" name="Straight Arrow Connector 28"/>
          <p:cNvCxnSpPr/>
          <p:nvPr/>
        </p:nvCxnSpPr>
        <p:spPr>
          <a:xfrm>
            <a:off x="3515360" y="1723390"/>
            <a:ext cx="1130300" cy="4348480"/>
          </a:xfrm>
          <a:prstGeom prst="straightConnector1">
            <a:avLst/>
          </a:prstGeom>
          <a:ln>
            <a:headEnd type="none" w="med" len="med"/>
            <a:tailEnd type="arrow" w="med" len="med"/>
          </a:ln>
        </p:spPr>
        <p:style>
          <a:lnRef idx="3">
            <a:schemeClr val="accent1"/>
          </a:lnRef>
          <a:fillRef idx="0">
            <a:srgbClr val="FFFFFF"/>
          </a:fillRef>
          <a:effectRef idx="0">
            <a:srgbClr val="FFFFFF"/>
          </a:effectRef>
          <a:fontRef idx="minor">
            <a:schemeClr val="tx1"/>
          </a:fontRef>
        </p:style>
      </p:cxnSp>
      <p:pic>
        <p:nvPicPr>
          <p:cNvPr id="31" name="Picture 30"/>
          <p:cNvPicPr>
            <a:picLocks noChangeAspect="1"/>
          </p:cNvPicPr>
          <p:nvPr/>
        </p:nvPicPr>
        <p:blipFill>
          <a:blip r:embed="rId7"/>
          <a:stretch>
            <a:fillRect/>
          </a:stretch>
        </p:blipFill>
        <p:spPr>
          <a:xfrm>
            <a:off x="4735195" y="5027930"/>
            <a:ext cx="2381250" cy="542925"/>
          </a:xfrm>
          <a:prstGeom prst="rect">
            <a:avLst/>
          </a:prstGeom>
        </p:spPr>
      </p:pic>
      <p:pic>
        <p:nvPicPr>
          <p:cNvPr id="32" name="Picture 31"/>
          <p:cNvPicPr>
            <a:picLocks noChangeAspect="1"/>
          </p:cNvPicPr>
          <p:nvPr/>
        </p:nvPicPr>
        <p:blipFill>
          <a:blip r:embed="rId8"/>
          <a:stretch>
            <a:fillRect/>
          </a:stretch>
        </p:blipFill>
        <p:spPr>
          <a:xfrm>
            <a:off x="4735195" y="5904865"/>
            <a:ext cx="2286000" cy="542925"/>
          </a:xfrm>
          <a:prstGeom prst="rect">
            <a:avLst/>
          </a:prstGeom>
        </p:spPr>
      </p:pic>
      <p:cxnSp>
        <p:nvCxnSpPr>
          <p:cNvPr id="34" name="Straight Arrow Connector 33"/>
          <p:cNvCxnSpPr/>
          <p:nvPr/>
        </p:nvCxnSpPr>
        <p:spPr>
          <a:xfrm>
            <a:off x="2105025" y="3369310"/>
            <a:ext cx="873760" cy="2491740"/>
          </a:xfrm>
          <a:prstGeom prst="straightConnector1">
            <a:avLst/>
          </a:prstGeom>
          <a:ln>
            <a:headEnd type="none" w="med" len="med"/>
            <a:tailEnd type="arrow" w="med" len="med"/>
          </a:ln>
        </p:spPr>
        <p:style>
          <a:lnRef idx="3">
            <a:schemeClr val="accent1"/>
          </a:lnRef>
          <a:fillRef idx="0">
            <a:srgbClr val="FFFFFF"/>
          </a:fillRef>
          <a:effectRef idx="0">
            <a:srgbClr val="FFFFFF"/>
          </a:effectRef>
          <a:fontRef idx="minor">
            <a:schemeClr val="tx1"/>
          </a:fontRef>
        </p:style>
      </p:cxnSp>
      <p:cxnSp>
        <p:nvCxnSpPr>
          <p:cNvPr id="35" name="Straight Arrow Connector 34"/>
          <p:cNvCxnSpPr/>
          <p:nvPr/>
        </p:nvCxnSpPr>
        <p:spPr>
          <a:xfrm flipH="1">
            <a:off x="1111250" y="3005455"/>
            <a:ext cx="534670" cy="2462530"/>
          </a:xfrm>
          <a:prstGeom prst="straightConnector1">
            <a:avLst/>
          </a:prstGeom>
          <a:ln>
            <a:headEnd type="none" w="med" len="med"/>
            <a:tailEnd type="arrow" w="med" len="med"/>
          </a:ln>
        </p:spPr>
        <p:style>
          <a:lnRef idx="3">
            <a:schemeClr val="accent1"/>
          </a:lnRef>
          <a:fillRef idx="0">
            <a:srgbClr val="FFFFFF"/>
          </a:fillRef>
          <a:effectRef idx="0">
            <a:srgbClr val="FFFFFF"/>
          </a:effectRef>
          <a:fontRef idx="minor">
            <a:schemeClr val="tx1"/>
          </a:fontRef>
        </p:style>
      </p:cxnSp>
      <p:pic>
        <p:nvPicPr>
          <p:cNvPr id="36" name="Picture 35"/>
          <p:cNvPicPr>
            <a:picLocks noChangeAspect="1"/>
          </p:cNvPicPr>
          <p:nvPr/>
        </p:nvPicPr>
        <p:blipFill>
          <a:blip r:embed="rId9"/>
          <a:stretch>
            <a:fillRect/>
          </a:stretch>
        </p:blipFill>
        <p:spPr>
          <a:xfrm>
            <a:off x="2426335" y="2868930"/>
            <a:ext cx="1303020" cy="627380"/>
          </a:xfrm>
          <a:prstGeom prst="rect">
            <a:avLst/>
          </a:prstGeom>
        </p:spPr>
      </p:pic>
      <p:pic>
        <p:nvPicPr>
          <p:cNvPr id="37" name="Picture 36"/>
          <p:cNvPicPr>
            <a:picLocks noChangeAspect="1"/>
          </p:cNvPicPr>
          <p:nvPr/>
        </p:nvPicPr>
        <p:blipFill>
          <a:blip r:embed="rId10"/>
          <a:stretch>
            <a:fillRect/>
          </a:stretch>
        </p:blipFill>
        <p:spPr>
          <a:xfrm>
            <a:off x="1777365" y="5861050"/>
            <a:ext cx="2486025" cy="647700"/>
          </a:xfrm>
          <a:prstGeom prst="rect">
            <a:avLst/>
          </a:prstGeom>
        </p:spPr>
      </p:pic>
      <p:pic>
        <p:nvPicPr>
          <p:cNvPr id="38" name="Picture 37"/>
          <p:cNvPicPr>
            <a:picLocks noChangeAspect="1"/>
          </p:cNvPicPr>
          <p:nvPr/>
        </p:nvPicPr>
        <p:blipFill>
          <a:blip r:embed="rId11"/>
          <a:stretch>
            <a:fillRect/>
          </a:stretch>
        </p:blipFill>
        <p:spPr>
          <a:xfrm>
            <a:off x="-716280" y="5505450"/>
            <a:ext cx="2362200" cy="619125"/>
          </a:xfrm>
          <a:prstGeom prst="rect">
            <a:avLst/>
          </a:prstGeom>
        </p:spPr>
      </p:pic>
      <p:pic>
        <p:nvPicPr>
          <p:cNvPr id="39" name="Picture 38"/>
          <p:cNvPicPr>
            <a:picLocks noChangeAspect="1"/>
          </p:cNvPicPr>
          <p:nvPr/>
        </p:nvPicPr>
        <p:blipFill>
          <a:blip r:embed="rId12"/>
          <a:stretch>
            <a:fillRect/>
          </a:stretch>
        </p:blipFill>
        <p:spPr>
          <a:xfrm>
            <a:off x="2083435" y="2065655"/>
            <a:ext cx="1506855" cy="387350"/>
          </a:xfrm>
          <a:prstGeom prst="rect">
            <a:avLst/>
          </a:prstGeom>
        </p:spPr>
      </p:pic>
      <p:pic>
        <p:nvPicPr>
          <p:cNvPr id="40" name="Picture 39"/>
          <p:cNvPicPr>
            <a:picLocks noChangeAspect="1"/>
          </p:cNvPicPr>
          <p:nvPr/>
        </p:nvPicPr>
        <p:blipFill>
          <a:blip r:embed="rId13"/>
          <a:stretch>
            <a:fillRect/>
          </a:stretch>
        </p:blipFill>
        <p:spPr>
          <a:xfrm>
            <a:off x="-934720" y="1262380"/>
            <a:ext cx="2352675" cy="571500"/>
          </a:xfrm>
          <a:prstGeom prst="rect">
            <a:avLst/>
          </a:prstGeom>
        </p:spPr>
      </p:pic>
      <p:pic>
        <p:nvPicPr>
          <p:cNvPr id="41" name="Picture 40"/>
          <p:cNvPicPr>
            <a:picLocks noChangeAspect="1"/>
          </p:cNvPicPr>
          <p:nvPr/>
        </p:nvPicPr>
        <p:blipFill>
          <a:blip r:embed="rId14"/>
          <a:stretch>
            <a:fillRect/>
          </a:stretch>
        </p:blipFill>
        <p:spPr>
          <a:xfrm>
            <a:off x="2118360" y="883285"/>
            <a:ext cx="1610995" cy="379095"/>
          </a:xfrm>
          <a:prstGeom prst="rect">
            <a:avLst/>
          </a:prstGeom>
        </p:spPr>
      </p:pic>
      <p:sp>
        <p:nvSpPr>
          <p:cNvPr id="42" name="Oval 41"/>
          <p:cNvSpPr/>
          <p:nvPr/>
        </p:nvSpPr>
        <p:spPr>
          <a:xfrm>
            <a:off x="10023475" y="3496310"/>
            <a:ext cx="453390" cy="327660"/>
          </a:xfrm>
          <a:prstGeom prst="ellips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en-GB"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7</a:t>
            </a:r>
            <a:endParaRPr kumimoji="0" lang="en-US" altLang="en-GB"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43" name="Oval 42"/>
          <p:cNvSpPr/>
          <p:nvPr/>
        </p:nvSpPr>
        <p:spPr>
          <a:xfrm>
            <a:off x="10476865" y="4431665"/>
            <a:ext cx="453390" cy="327660"/>
          </a:xfrm>
          <a:prstGeom prst="ellips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en-GB"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9</a:t>
            </a:r>
            <a:endParaRPr kumimoji="0" lang="en-US" altLang="en-GB"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44" name="Oval 43"/>
          <p:cNvSpPr/>
          <p:nvPr/>
        </p:nvSpPr>
        <p:spPr>
          <a:xfrm>
            <a:off x="10281920" y="4927600"/>
            <a:ext cx="453390" cy="327660"/>
          </a:xfrm>
          <a:prstGeom prst="ellips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en-GB"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10</a:t>
            </a:r>
            <a:endParaRPr kumimoji="0" lang="en-US" altLang="en-GB"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45" name="Oval 44"/>
          <p:cNvSpPr/>
          <p:nvPr/>
        </p:nvSpPr>
        <p:spPr>
          <a:xfrm>
            <a:off x="9828530" y="5255260"/>
            <a:ext cx="453390" cy="327660"/>
          </a:xfrm>
          <a:prstGeom prst="ellips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en-GB"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6</a:t>
            </a:r>
            <a:endParaRPr kumimoji="0" lang="en-US" altLang="en-GB"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46" name="Oval 45"/>
          <p:cNvSpPr/>
          <p:nvPr/>
        </p:nvSpPr>
        <p:spPr>
          <a:xfrm>
            <a:off x="9570085" y="3929380"/>
            <a:ext cx="453390" cy="327660"/>
          </a:xfrm>
          <a:prstGeom prst="ellips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en-GB"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12</a:t>
            </a:r>
            <a:endParaRPr kumimoji="0" lang="en-US" altLang="en-GB"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47" name="Oval 46"/>
          <p:cNvSpPr/>
          <p:nvPr/>
        </p:nvSpPr>
        <p:spPr>
          <a:xfrm>
            <a:off x="9250045" y="4584700"/>
            <a:ext cx="453390" cy="327660"/>
          </a:xfrm>
          <a:prstGeom prst="ellips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en-GB"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2</a:t>
            </a:r>
            <a:endParaRPr kumimoji="0" lang="en-US" altLang="en-GB"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48" name="Oval 47"/>
          <p:cNvSpPr/>
          <p:nvPr/>
        </p:nvSpPr>
        <p:spPr>
          <a:xfrm>
            <a:off x="8872855" y="5358130"/>
            <a:ext cx="453390" cy="327660"/>
          </a:xfrm>
          <a:prstGeom prst="ellips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GB" altLang="zh-CN"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5</a:t>
            </a:r>
            <a:endParaRPr kumimoji="0" lang="en-GB" altLang="zh-CN"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49" name="Oval 48"/>
          <p:cNvSpPr/>
          <p:nvPr/>
        </p:nvSpPr>
        <p:spPr>
          <a:xfrm>
            <a:off x="8606155" y="4927600"/>
            <a:ext cx="453390" cy="327660"/>
          </a:xfrm>
          <a:prstGeom prst="ellips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en-GB"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8</a:t>
            </a:r>
            <a:endParaRPr kumimoji="0" lang="en-US" altLang="en-GB"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cxnSp>
        <p:nvCxnSpPr>
          <p:cNvPr id="50" name="Straight Arrow Connector 49"/>
          <p:cNvCxnSpPr/>
          <p:nvPr/>
        </p:nvCxnSpPr>
        <p:spPr>
          <a:xfrm flipH="1">
            <a:off x="8204200" y="5255260"/>
            <a:ext cx="166370" cy="941070"/>
          </a:xfrm>
          <a:prstGeom prst="straightConnector1">
            <a:avLst/>
          </a:prstGeom>
          <a:ln>
            <a:headEnd type="none" w="med" len="med"/>
            <a:tailEnd type="arrow" w="med" len="med"/>
          </a:ln>
        </p:spPr>
        <p:style>
          <a:lnRef idx="3">
            <a:schemeClr val="accent1"/>
          </a:lnRef>
          <a:fillRef idx="0">
            <a:srgbClr val="FFFFFF"/>
          </a:fillRef>
          <a:effectRef idx="0">
            <a:srgbClr val="FFFFFF"/>
          </a:effectRef>
          <a:fontRef idx="minor">
            <a:schemeClr val="tx1"/>
          </a:fontRef>
        </p:style>
      </p:cxnSp>
      <p:sp>
        <p:nvSpPr>
          <p:cNvPr id="52" name="Oval 51"/>
          <p:cNvSpPr/>
          <p:nvPr/>
        </p:nvSpPr>
        <p:spPr>
          <a:xfrm>
            <a:off x="7974965" y="6196330"/>
            <a:ext cx="453390" cy="327660"/>
          </a:xfrm>
          <a:prstGeom prst="ellips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en-GB"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4</a:t>
            </a:r>
            <a:endParaRPr kumimoji="0" lang="en-US" altLang="en-GB"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53" name="Oval 52"/>
          <p:cNvSpPr/>
          <p:nvPr/>
        </p:nvSpPr>
        <p:spPr>
          <a:xfrm>
            <a:off x="8428355" y="4370070"/>
            <a:ext cx="453390" cy="327660"/>
          </a:xfrm>
          <a:prstGeom prst="ellips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en-GB"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11</a:t>
            </a:r>
            <a:endParaRPr kumimoji="0" lang="en-US" altLang="en-GB"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54" name="Oval 53"/>
          <p:cNvSpPr/>
          <p:nvPr/>
        </p:nvSpPr>
        <p:spPr>
          <a:xfrm>
            <a:off x="7917180" y="4257040"/>
            <a:ext cx="453390" cy="327660"/>
          </a:xfrm>
          <a:prstGeom prst="ellips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en-GB"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3</a:t>
            </a:r>
            <a:endParaRPr kumimoji="0" lang="en-US" altLang="en-GB"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55" name="Oval 54"/>
          <p:cNvSpPr/>
          <p:nvPr/>
        </p:nvSpPr>
        <p:spPr>
          <a:xfrm>
            <a:off x="8606155" y="3733800"/>
            <a:ext cx="453390" cy="327660"/>
          </a:xfrm>
          <a:prstGeom prst="ellips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en-GB"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1</a:t>
            </a:r>
            <a:endParaRPr kumimoji="0" lang="en-US" altLang="en-GB"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09600" y="190500"/>
            <a:ext cx="10972800" cy="762000"/>
          </a:xfrm>
        </p:spPr>
        <p:txBody>
          <a:bodyPr lIns="91440" tIns="45720" rIns="91440" bIns="45720" anchor="ctr" anchorCtr="0"/>
          <a:lstStyle/>
          <a:p>
            <a:r>
              <a:rPr lang="en-US" altLang="en-GB" sz="2400" b="1" dirty="0">
                <a:solidFill>
                  <a:srgbClr val="FF0000"/>
                </a:solidFill>
                <a:cs typeface="Arial" panose="020B0604020202020204"/>
              </a:rPr>
              <a:t>MANUAL.vs.AUTOMATIC</a:t>
            </a:r>
            <a:endParaRPr lang="en-US" altLang="en-GB" b="1" dirty="0">
              <a:solidFill>
                <a:srgbClr val="FF0000"/>
              </a:solidFill>
              <a:cs typeface="Arial" panose="020B0604020202020204"/>
            </a:endParaRPr>
          </a:p>
        </p:txBody>
      </p:sp>
      <p:sp>
        <p:nvSpPr>
          <p:cNvPr id="9" name="Rectangles 8"/>
          <p:cNvSpPr/>
          <p:nvPr/>
        </p:nvSpPr>
        <p:spPr>
          <a:xfrm>
            <a:off x="78740" y="848360"/>
            <a:ext cx="1234440" cy="935355"/>
          </a:xfrm>
          <a:prstGeom prst="rect">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ctr" defTabSz="914400" rtl="0" eaLnBrk="1" fontAlgn="base" latinLnBrk="0" hangingPunct="1">
              <a:lnSpc>
                <a:spcPct val="100000"/>
              </a:lnSpc>
              <a:spcBef>
                <a:spcPct val="0"/>
              </a:spcBef>
              <a:spcAft>
                <a:spcPct val="0"/>
              </a:spcAft>
              <a:buClrTx/>
              <a:buSzTx/>
              <a:buFontTx/>
              <a:buNone/>
            </a:pPr>
            <a:r>
              <a:rPr kumimoji="0" lang="en-US" altLang="en-GB" sz="3200" b="1"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3</a:t>
            </a:r>
            <a:endParaRPr kumimoji="0" lang="en-US" altLang="en-GB" sz="3200" b="1"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pic>
        <p:nvPicPr>
          <p:cNvPr id="10" name="Picture 9"/>
          <p:cNvPicPr>
            <a:picLocks noChangeAspect="1"/>
          </p:cNvPicPr>
          <p:nvPr/>
        </p:nvPicPr>
        <p:blipFill>
          <a:blip r:embed="rId1"/>
          <a:stretch>
            <a:fillRect/>
          </a:stretch>
        </p:blipFill>
        <p:spPr>
          <a:xfrm>
            <a:off x="7678420" y="233045"/>
            <a:ext cx="4066540" cy="2667635"/>
          </a:xfrm>
          <a:prstGeom prst="rect">
            <a:avLst/>
          </a:prstGeom>
        </p:spPr>
      </p:pic>
      <p:pic>
        <p:nvPicPr>
          <p:cNvPr id="3" name="Picture 2"/>
          <p:cNvPicPr>
            <a:picLocks noChangeAspect="1"/>
          </p:cNvPicPr>
          <p:nvPr/>
        </p:nvPicPr>
        <p:blipFill>
          <a:blip r:embed="rId2"/>
          <a:stretch>
            <a:fillRect/>
          </a:stretch>
        </p:blipFill>
        <p:spPr>
          <a:xfrm>
            <a:off x="1518285" y="1887855"/>
            <a:ext cx="3743325" cy="2762885"/>
          </a:xfrm>
          <a:prstGeom prst="rect">
            <a:avLst/>
          </a:prstGeom>
        </p:spPr>
      </p:pic>
      <p:pic>
        <p:nvPicPr>
          <p:cNvPr id="4" name="Picture 3"/>
          <p:cNvPicPr>
            <a:picLocks noChangeAspect="1"/>
          </p:cNvPicPr>
          <p:nvPr/>
        </p:nvPicPr>
        <p:blipFill>
          <a:blip r:embed="rId3"/>
          <a:stretch>
            <a:fillRect/>
          </a:stretch>
        </p:blipFill>
        <p:spPr>
          <a:xfrm>
            <a:off x="1841500" y="1444625"/>
            <a:ext cx="2409825" cy="609600"/>
          </a:xfrm>
          <a:prstGeom prst="rect">
            <a:avLst/>
          </a:prstGeom>
        </p:spPr>
      </p:pic>
      <p:pic>
        <p:nvPicPr>
          <p:cNvPr id="6" name="Picture 5"/>
          <p:cNvPicPr>
            <a:picLocks noChangeAspect="1"/>
          </p:cNvPicPr>
          <p:nvPr/>
        </p:nvPicPr>
        <p:blipFill>
          <a:blip r:embed="rId4"/>
          <a:stretch>
            <a:fillRect/>
          </a:stretch>
        </p:blipFill>
        <p:spPr>
          <a:xfrm>
            <a:off x="609600" y="2368550"/>
            <a:ext cx="1696085" cy="450215"/>
          </a:xfrm>
          <a:prstGeom prst="rect">
            <a:avLst/>
          </a:prstGeom>
        </p:spPr>
      </p:pic>
      <p:pic>
        <p:nvPicPr>
          <p:cNvPr id="7" name="Picture 6"/>
          <p:cNvPicPr>
            <a:picLocks noChangeAspect="1"/>
          </p:cNvPicPr>
          <p:nvPr/>
        </p:nvPicPr>
        <p:blipFill>
          <a:blip r:embed="rId5"/>
          <a:stretch>
            <a:fillRect/>
          </a:stretch>
        </p:blipFill>
        <p:spPr>
          <a:xfrm>
            <a:off x="2903855" y="2072640"/>
            <a:ext cx="2466975" cy="676275"/>
          </a:xfrm>
          <a:prstGeom prst="rect">
            <a:avLst/>
          </a:prstGeom>
        </p:spPr>
      </p:pic>
      <p:pic>
        <p:nvPicPr>
          <p:cNvPr id="8" name="Picture 7"/>
          <p:cNvPicPr>
            <a:picLocks noChangeAspect="1"/>
          </p:cNvPicPr>
          <p:nvPr/>
        </p:nvPicPr>
        <p:blipFill>
          <a:blip r:embed="rId6"/>
          <a:stretch>
            <a:fillRect/>
          </a:stretch>
        </p:blipFill>
        <p:spPr>
          <a:xfrm>
            <a:off x="5153025" y="2964815"/>
            <a:ext cx="2428875" cy="600075"/>
          </a:xfrm>
          <a:prstGeom prst="rect">
            <a:avLst/>
          </a:prstGeom>
        </p:spPr>
      </p:pic>
      <p:pic>
        <p:nvPicPr>
          <p:cNvPr id="13" name="Picture 12"/>
          <p:cNvPicPr>
            <a:picLocks noChangeAspect="1"/>
          </p:cNvPicPr>
          <p:nvPr/>
        </p:nvPicPr>
        <p:blipFill>
          <a:blip r:embed="rId7"/>
          <a:stretch>
            <a:fillRect/>
          </a:stretch>
        </p:blipFill>
        <p:spPr>
          <a:xfrm>
            <a:off x="5073015" y="3780790"/>
            <a:ext cx="2295525" cy="581025"/>
          </a:xfrm>
          <a:prstGeom prst="rect">
            <a:avLst/>
          </a:prstGeom>
        </p:spPr>
      </p:pic>
      <p:cxnSp>
        <p:nvCxnSpPr>
          <p:cNvPr id="34" name="Straight Arrow Connector 33"/>
          <p:cNvCxnSpPr/>
          <p:nvPr/>
        </p:nvCxnSpPr>
        <p:spPr>
          <a:xfrm>
            <a:off x="4566920" y="3956685"/>
            <a:ext cx="3154680" cy="1339215"/>
          </a:xfrm>
          <a:prstGeom prst="straightConnector1">
            <a:avLst/>
          </a:prstGeom>
          <a:ln>
            <a:headEnd type="none" w="med" len="med"/>
            <a:tailEnd type="arrow" w="med" len="med"/>
          </a:ln>
        </p:spPr>
        <p:style>
          <a:lnRef idx="3">
            <a:schemeClr val="accent1"/>
          </a:lnRef>
          <a:fillRef idx="0">
            <a:srgbClr val="FFFFFF"/>
          </a:fillRef>
          <a:effectRef idx="0">
            <a:srgbClr val="FFFFFF"/>
          </a:effectRef>
          <a:fontRef idx="minor">
            <a:schemeClr val="tx1"/>
          </a:fontRef>
        </p:style>
      </p:cxnSp>
      <p:cxnSp>
        <p:nvCxnSpPr>
          <p:cNvPr id="30" name="Straight Arrow Connector 29"/>
          <p:cNvCxnSpPr/>
          <p:nvPr/>
        </p:nvCxnSpPr>
        <p:spPr>
          <a:xfrm>
            <a:off x="4566920" y="4172585"/>
            <a:ext cx="1995805" cy="1439545"/>
          </a:xfrm>
          <a:prstGeom prst="straightConnector1">
            <a:avLst/>
          </a:prstGeom>
          <a:ln>
            <a:headEnd type="none" w="med" len="med"/>
            <a:tailEnd type="arrow" w="med" len="med"/>
          </a:ln>
        </p:spPr>
        <p:style>
          <a:lnRef idx="3">
            <a:schemeClr val="accent1"/>
          </a:lnRef>
          <a:fillRef idx="0">
            <a:srgbClr val="FFFFFF"/>
          </a:fillRef>
          <a:effectRef idx="0">
            <a:srgbClr val="FFFFFF"/>
          </a:effectRef>
          <a:fontRef idx="minor">
            <a:schemeClr val="tx1"/>
          </a:fontRef>
        </p:style>
      </p:cxnSp>
      <p:cxnSp>
        <p:nvCxnSpPr>
          <p:cNvPr id="31" name="Straight Arrow Connector 30"/>
          <p:cNvCxnSpPr/>
          <p:nvPr/>
        </p:nvCxnSpPr>
        <p:spPr>
          <a:xfrm>
            <a:off x="4010660" y="3956685"/>
            <a:ext cx="742950" cy="2066925"/>
          </a:xfrm>
          <a:prstGeom prst="straightConnector1">
            <a:avLst/>
          </a:prstGeom>
          <a:ln>
            <a:headEnd type="none" w="med" len="med"/>
            <a:tailEnd type="arrow" w="med" len="med"/>
          </a:ln>
        </p:spPr>
        <p:style>
          <a:lnRef idx="3">
            <a:schemeClr val="accent1"/>
          </a:lnRef>
          <a:fillRef idx="0">
            <a:srgbClr val="FFFFFF"/>
          </a:fillRef>
          <a:effectRef idx="0">
            <a:srgbClr val="FFFFFF"/>
          </a:effectRef>
          <a:fontRef idx="minor">
            <a:schemeClr val="tx1"/>
          </a:fontRef>
        </p:style>
      </p:cxnSp>
      <p:cxnSp>
        <p:nvCxnSpPr>
          <p:cNvPr id="32" name="Straight Arrow Connector 31"/>
          <p:cNvCxnSpPr/>
          <p:nvPr/>
        </p:nvCxnSpPr>
        <p:spPr>
          <a:xfrm flipH="1">
            <a:off x="2357755" y="3975735"/>
            <a:ext cx="1064260" cy="1830705"/>
          </a:xfrm>
          <a:prstGeom prst="straightConnector1">
            <a:avLst/>
          </a:prstGeom>
          <a:ln>
            <a:headEnd type="none" w="med" len="med"/>
            <a:tailEnd type="arrow" w="med" len="med"/>
          </a:ln>
        </p:spPr>
        <p:style>
          <a:lnRef idx="3">
            <a:schemeClr val="accent1"/>
          </a:lnRef>
          <a:fillRef idx="0">
            <a:srgbClr val="FFFFFF"/>
          </a:fillRef>
          <a:effectRef idx="0">
            <a:srgbClr val="FFFFFF"/>
          </a:effectRef>
          <a:fontRef idx="minor">
            <a:schemeClr val="tx1"/>
          </a:fontRef>
        </p:style>
      </p:cxnSp>
      <p:cxnSp>
        <p:nvCxnSpPr>
          <p:cNvPr id="33" name="Straight Arrow Connector 32"/>
          <p:cNvCxnSpPr/>
          <p:nvPr/>
        </p:nvCxnSpPr>
        <p:spPr>
          <a:xfrm flipH="1">
            <a:off x="1783080" y="3677285"/>
            <a:ext cx="1595755" cy="1640840"/>
          </a:xfrm>
          <a:prstGeom prst="straightConnector1">
            <a:avLst/>
          </a:prstGeom>
          <a:ln>
            <a:headEnd type="none" w="med" len="med"/>
            <a:tailEnd type="arrow" w="med" len="med"/>
          </a:ln>
        </p:spPr>
        <p:style>
          <a:lnRef idx="3">
            <a:schemeClr val="accent1"/>
          </a:lnRef>
          <a:fillRef idx="0">
            <a:srgbClr val="FFFFFF"/>
          </a:fillRef>
          <a:effectRef idx="0">
            <a:srgbClr val="FFFFFF"/>
          </a:effectRef>
          <a:fontRef idx="minor">
            <a:schemeClr val="tx1"/>
          </a:fontRef>
        </p:style>
      </p:cxnSp>
      <p:cxnSp>
        <p:nvCxnSpPr>
          <p:cNvPr id="35" name="Straight Arrow Connector 34"/>
          <p:cNvCxnSpPr/>
          <p:nvPr/>
        </p:nvCxnSpPr>
        <p:spPr>
          <a:xfrm flipH="1">
            <a:off x="1476375" y="3868420"/>
            <a:ext cx="1562735" cy="970915"/>
          </a:xfrm>
          <a:prstGeom prst="straightConnector1">
            <a:avLst/>
          </a:prstGeom>
          <a:ln>
            <a:headEnd type="none" w="med" len="med"/>
            <a:tailEnd type="arrow" w="med" len="med"/>
          </a:ln>
        </p:spPr>
        <p:style>
          <a:lnRef idx="3">
            <a:schemeClr val="accent1"/>
          </a:lnRef>
          <a:fillRef idx="0">
            <a:srgbClr val="FFFFFF"/>
          </a:fillRef>
          <a:effectRef idx="0">
            <a:srgbClr val="FFFFFF"/>
          </a:effectRef>
          <a:fontRef idx="minor">
            <a:schemeClr val="tx1"/>
          </a:fontRef>
        </p:style>
      </p:cxnSp>
      <p:cxnSp>
        <p:nvCxnSpPr>
          <p:cNvPr id="36" name="Straight Arrow Connector 35"/>
          <p:cNvCxnSpPr/>
          <p:nvPr/>
        </p:nvCxnSpPr>
        <p:spPr>
          <a:xfrm flipV="1">
            <a:off x="3931920" y="2527935"/>
            <a:ext cx="1779270" cy="526415"/>
          </a:xfrm>
          <a:prstGeom prst="straightConnector1">
            <a:avLst/>
          </a:prstGeom>
          <a:ln>
            <a:headEnd type="none" w="med" len="med"/>
            <a:tailEnd type="arrow" w="med" len="med"/>
          </a:ln>
        </p:spPr>
        <p:style>
          <a:lnRef idx="3">
            <a:schemeClr val="accent1"/>
          </a:lnRef>
          <a:fillRef idx="0">
            <a:srgbClr val="FFFFFF"/>
          </a:fillRef>
          <a:effectRef idx="0">
            <a:srgbClr val="FFFFFF"/>
          </a:effectRef>
          <a:fontRef idx="minor">
            <a:schemeClr val="tx1"/>
          </a:fontRef>
        </p:style>
      </p:cxnSp>
      <p:cxnSp>
        <p:nvCxnSpPr>
          <p:cNvPr id="37" name="Straight Arrow Connector 36"/>
          <p:cNvCxnSpPr/>
          <p:nvPr/>
        </p:nvCxnSpPr>
        <p:spPr>
          <a:xfrm>
            <a:off x="3747770" y="3342005"/>
            <a:ext cx="2193925" cy="3035935"/>
          </a:xfrm>
          <a:prstGeom prst="straightConnector1">
            <a:avLst/>
          </a:prstGeom>
          <a:ln>
            <a:headEnd type="none" w="med" len="med"/>
            <a:tailEnd type="arrow" w="med" len="med"/>
          </a:ln>
        </p:spPr>
        <p:style>
          <a:lnRef idx="3">
            <a:schemeClr val="accent1"/>
          </a:lnRef>
          <a:fillRef idx="0">
            <a:srgbClr val="FFFFFF"/>
          </a:fillRef>
          <a:effectRef idx="0">
            <a:srgbClr val="FFFFFF"/>
          </a:effectRef>
          <a:fontRef idx="minor">
            <a:schemeClr val="tx1"/>
          </a:fontRef>
        </p:style>
      </p:cxnSp>
      <p:cxnSp>
        <p:nvCxnSpPr>
          <p:cNvPr id="38" name="Straight Arrow Connector 37"/>
          <p:cNvCxnSpPr/>
          <p:nvPr/>
        </p:nvCxnSpPr>
        <p:spPr>
          <a:xfrm>
            <a:off x="3422015" y="3351530"/>
            <a:ext cx="219075" cy="3189605"/>
          </a:xfrm>
          <a:prstGeom prst="straightConnector1">
            <a:avLst/>
          </a:prstGeom>
          <a:ln>
            <a:headEnd type="none" w="med" len="med"/>
            <a:tailEnd type="arrow" w="med" len="med"/>
          </a:ln>
        </p:spPr>
        <p:style>
          <a:lnRef idx="3">
            <a:schemeClr val="accent1"/>
          </a:lnRef>
          <a:fillRef idx="0">
            <a:srgbClr val="FFFFFF"/>
          </a:fillRef>
          <a:effectRef idx="0">
            <a:srgbClr val="FFFFFF"/>
          </a:effectRef>
          <a:fontRef idx="minor">
            <a:schemeClr val="tx1"/>
          </a:fontRef>
        </p:style>
      </p:cxnSp>
      <p:cxnSp>
        <p:nvCxnSpPr>
          <p:cNvPr id="39" name="Straight Arrow Connector 38"/>
          <p:cNvCxnSpPr/>
          <p:nvPr/>
        </p:nvCxnSpPr>
        <p:spPr>
          <a:xfrm flipV="1">
            <a:off x="3662045" y="1397635"/>
            <a:ext cx="2317750" cy="1714500"/>
          </a:xfrm>
          <a:prstGeom prst="straightConnector1">
            <a:avLst/>
          </a:prstGeom>
          <a:ln>
            <a:headEnd type="none" w="med" len="med"/>
            <a:tailEnd type="arrow" w="med" len="med"/>
          </a:ln>
        </p:spPr>
        <p:style>
          <a:lnRef idx="3">
            <a:schemeClr val="accent1"/>
          </a:lnRef>
          <a:fillRef idx="0">
            <a:srgbClr val="FFFFFF"/>
          </a:fillRef>
          <a:effectRef idx="0">
            <a:srgbClr val="FFFFFF"/>
          </a:effectRef>
          <a:fontRef idx="minor">
            <a:schemeClr val="tx1"/>
          </a:fontRef>
        </p:style>
      </p:cxnSp>
      <p:pic>
        <p:nvPicPr>
          <p:cNvPr id="41" name="Picture 40"/>
          <p:cNvPicPr>
            <a:picLocks noChangeAspect="1"/>
          </p:cNvPicPr>
          <p:nvPr/>
        </p:nvPicPr>
        <p:blipFill>
          <a:blip r:embed="rId8"/>
          <a:stretch>
            <a:fillRect/>
          </a:stretch>
        </p:blipFill>
        <p:spPr>
          <a:xfrm>
            <a:off x="-366395" y="2900680"/>
            <a:ext cx="2428875" cy="561975"/>
          </a:xfrm>
          <a:prstGeom prst="rect">
            <a:avLst/>
          </a:prstGeom>
        </p:spPr>
      </p:pic>
      <p:pic>
        <p:nvPicPr>
          <p:cNvPr id="42" name="Picture 41"/>
          <p:cNvPicPr>
            <a:picLocks noChangeAspect="1"/>
          </p:cNvPicPr>
          <p:nvPr/>
        </p:nvPicPr>
        <p:blipFill>
          <a:blip r:embed="rId9"/>
          <a:stretch>
            <a:fillRect/>
          </a:stretch>
        </p:blipFill>
        <p:spPr>
          <a:xfrm>
            <a:off x="5153025" y="768985"/>
            <a:ext cx="2343150" cy="628650"/>
          </a:xfrm>
          <a:prstGeom prst="rect">
            <a:avLst/>
          </a:prstGeom>
        </p:spPr>
      </p:pic>
      <p:pic>
        <p:nvPicPr>
          <p:cNvPr id="43" name="Picture 42"/>
          <p:cNvPicPr>
            <a:picLocks noChangeAspect="1"/>
          </p:cNvPicPr>
          <p:nvPr/>
        </p:nvPicPr>
        <p:blipFill>
          <a:blip r:embed="rId10"/>
          <a:stretch>
            <a:fillRect/>
          </a:stretch>
        </p:blipFill>
        <p:spPr>
          <a:xfrm>
            <a:off x="5493385" y="1862455"/>
            <a:ext cx="2324100" cy="638175"/>
          </a:xfrm>
          <a:prstGeom prst="rect">
            <a:avLst/>
          </a:prstGeom>
        </p:spPr>
      </p:pic>
      <p:pic>
        <p:nvPicPr>
          <p:cNvPr id="44" name="Picture 43"/>
          <p:cNvPicPr>
            <a:picLocks noChangeAspect="1"/>
          </p:cNvPicPr>
          <p:nvPr/>
        </p:nvPicPr>
        <p:blipFill>
          <a:blip r:embed="rId11"/>
          <a:stretch>
            <a:fillRect/>
          </a:stretch>
        </p:blipFill>
        <p:spPr>
          <a:xfrm>
            <a:off x="2242820" y="2823210"/>
            <a:ext cx="1179195" cy="351155"/>
          </a:xfrm>
          <a:prstGeom prst="rect">
            <a:avLst/>
          </a:prstGeom>
        </p:spPr>
      </p:pic>
      <p:pic>
        <p:nvPicPr>
          <p:cNvPr id="45" name="Picture 44"/>
          <p:cNvPicPr>
            <a:picLocks noChangeAspect="1"/>
          </p:cNvPicPr>
          <p:nvPr/>
        </p:nvPicPr>
        <p:blipFill>
          <a:blip r:embed="rId12"/>
          <a:stretch>
            <a:fillRect/>
          </a:stretch>
        </p:blipFill>
        <p:spPr>
          <a:xfrm>
            <a:off x="5941695" y="6191250"/>
            <a:ext cx="2409825" cy="628650"/>
          </a:xfrm>
          <a:prstGeom prst="rect">
            <a:avLst/>
          </a:prstGeom>
        </p:spPr>
      </p:pic>
      <p:pic>
        <p:nvPicPr>
          <p:cNvPr id="46" name="Picture 45"/>
          <p:cNvPicPr>
            <a:picLocks noChangeAspect="1"/>
          </p:cNvPicPr>
          <p:nvPr/>
        </p:nvPicPr>
        <p:blipFill>
          <a:blip r:embed="rId13"/>
          <a:stretch>
            <a:fillRect/>
          </a:stretch>
        </p:blipFill>
        <p:spPr>
          <a:xfrm>
            <a:off x="7750810" y="4874260"/>
            <a:ext cx="2438400" cy="619125"/>
          </a:xfrm>
          <a:prstGeom prst="rect">
            <a:avLst/>
          </a:prstGeom>
        </p:spPr>
      </p:pic>
      <p:pic>
        <p:nvPicPr>
          <p:cNvPr id="47" name="Picture 46"/>
          <p:cNvPicPr>
            <a:picLocks noChangeAspect="1"/>
          </p:cNvPicPr>
          <p:nvPr/>
        </p:nvPicPr>
        <p:blipFill>
          <a:blip r:embed="rId14"/>
          <a:stretch>
            <a:fillRect/>
          </a:stretch>
        </p:blipFill>
        <p:spPr>
          <a:xfrm>
            <a:off x="6593840" y="5496560"/>
            <a:ext cx="2457450" cy="609600"/>
          </a:xfrm>
          <a:prstGeom prst="rect">
            <a:avLst/>
          </a:prstGeom>
        </p:spPr>
      </p:pic>
      <p:pic>
        <p:nvPicPr>
          <p:cNvPr id="48" name="Picture 47"/>
          <p:cNvPicPr>
            <a:picLocks noChangeAspect="1"/>
          </p:cNvPicPr>
          <p:nvPr/>
        </p:nvPicPr>
        <p:blipFill>
          <a:blip r:embed="rId15"/>
          <a:stretch>
            <a:fillRect/>
          </a:stretch>
        </p:blipFill>
        <p:spPr>
          <a:xfrm>
            <a:off x="4340225" y="6050915"/>
            <a:ext cx="1648460" cy="609600"/>
          </a:xfrm>
          <a:prstGeom prst="rect">
            <a:avLst/>
          </a:prstGeom>
        </p:spPr>
      </p:pic>
      <p:pic>
        <p:nvPicPr>
          <p:cNvPr id="49" name="Picture 48"/>
          <p:cNvPicPr>
            <a:picLocks noChangeAspect="1"/>
          </p:cNvPicPr>
          <p:nvPr/>
        </p:nvPicPr>
        <p:blipFill>
          <a:blip r:embed="rId16"/>
          <a:stretch>
            <a:fillRect/>
          </a:stretch>
        </p:blipFill>
        <p:spPr>
          <a:xfrm>
            <a:off x="2423795" y="6549390"/>
            <a:ext cx="2447925" cy="762000"/>
          </a:xfrm>
          <a:prstGeom prst="rect">
            <a:avLst/>
          </a:prstGeom>
        </p:spPr>
      </p:pic>
      <p:pic>
        <p:nvPicPr>
          <p:cNvPr id="50" name="Picture 49"/>
          <p:cNvPicPr>
            <a:picLocks noChangeAspect="1"/>
          </p:cNvPicPr>
          <p:nvPr/>
        </p:nvPicPr>
        <p:blipFill>
          <a:blip r:embed="rId17"/>
          <a:stretch>
            <a:fillRect/>
          </a:stretch>
        </p:blipFill>
        <p:spPr>
          <a:xfrm>
            <a:off x="752475" y="5916295"/>
            <a:ext cx="2343150" cy="619125"/>
          </a:xfrm>
          <a:prstGeom prst="rect">
            <a:avLst/>
          </a:prstGeom>
        </p:spPr>
      </p:pic>
      <p:pic>
        <p:nvPicPr>
          <p:cNvPr id="51" name="Picture 50"/>
          <p:cNvPicPr>
            <a:picLocks noChangeAspect="1"/>
          </p:cNvPicPr>
          <p:nvPr/>
        </p:nvPicPr>
        <p:blipFill>
          <a:blip r:embed="rId18"/>
          <a:stretch>
            <a:fillRect/>
          </a:stretch>
        </p:blipFill>
        <p:spPr>
          <a:xfrm>
            <a:off x="-547370" y="5302250"/>
            <a:ext cx="2457450" cy="600075"/>
          </a:xfrm>
          <a:prstGeom prst="rect">
            <a:avLst/>
          </a:prstGeom>
        </p:spPr>
      </p:pic>
      <p:pic>
        <p:nvPicPr>
          <p:cNvPr id="52" name="Picture 51"/>
          <p:cNvPicPr>
            <a:picLocks noChangeAspect="1"/>
          </p:cNvPicPr>
          <p:nvPr/>
        </p:nvPicPr>
        <p:blipFill>
          <a:blip r:embed="rId19"/>
          <a:stretch>
            <a:fillRect/>
          </a:stretch>
        </p:blipFill>
        <p:spPr>
          <a:xfrm>
            <a:off x="-786765" y="4695190"/>
            <a:ext cx="2305050" cy="561975"/>
          </a:xfrm>
          <a:prstGeom prst="rect">
            <a:avLst/>
          </a:prstGeom>
        </p:spPr>
      </p:pic>
      <p:pic>
        <p:nvPicPr>
          <p:cNvPr id="53" name="Picture 52"/>
          <p:cNvPicPr>
            <a:picLocks noChangeAspect="1"/>
          </p:cNvPicPr>
          <p:nvPr/>
        </p:nvPicPr>
        <p:blipFill>
          <a:blip r:embed="rId20"/>
          <a:stretch>
            <a:fillRect/>
          </a:stretch>
        </p:blipFill>
        <p:spPr>
          <a:xfrm>
            <a:off x="-857885" y="4050030"/>
            <a:ext cx="2447925" cy="600075"/>
          </a:xfrm>
          <a:prstGeom prst="rect">
            <a:avLst/>
          </a:prstGeom>
        </p:spPr>
      </p:pic>
      <p:cxnSp>
        <p:nvCxnSpPr>
          <p:cNvPr id="54" name="Straight Arrow Connector 53"/>
          <p:cNvCxnSpPr>
            <a:endCxn id="55" idx="3"/>
          </p:cNvCxnSpPr>
          <p:nvPr/>
        </p:nvCxnSpPr>
        <p:spPr>
          <a:xfrm flipH="1" flipV="1">
            <a:off x="1151255" y="3757295"/>
            <a:ext cx="855345" cy="19050"/>
          </a:xfrm>
          <a:prstGeom prst="straightConnector1">
            <a:avLst/>
          </a:prstGeom>
          <a:ln>
            <a:headEnd type="none" w="med" len="med"/>
            <a:tailEnd type="arrow" w="med" len="med"/>
          </a:ln>
        </p:spPr>
        <p:style>
          <a:lnRef idx="3">
            <a:schemeClr val="accent1"/>
          </a:lnRef>
          <a:fillRef idx="0">
            <a:srgbClr val="FFFFFF"/>
          </a:fillRef>
          <a:effectRef idx="0">
            <a:srgbClr val="FFFFFF"/>
          </a:effectRef>
          <a:fontRef idx="minor">
            <a:schemeClr val="tx1"/>
          </a:fontRef>
        </p:style>
      </p:cxnSp>
      <p:pic>
        <p:nvPicPr>
          <p:cNvPr id="55" name="Picture 54"/>
          <p:cNvPicPr>
            <a:picLocks noChangeAspect="1"/>
          </p:cNvPicPr>
          <p:nvPr/>
        </p:nvPicPr>
        <p:blipFill>
          <a:blip r:embed="rId21"/>
          <a:stretch>
            <a:fillRect/>
          </a:stretch>
        </p:blipFill>
        <p:spPr>
          <a:xfrm>
            <a:off x="-1134745" y="3456940"/>
            <a:ext cx="2286000" cy="600075"/>
          </a:xfrm>
          <a:prstGeom prst="rect">
            <a:avLst/>
          </a:prstGeom>
        </p:spPr>
      </p:pic>
      <p:pic>
        <p:nvPicPr>
          <p:cNvPr id="56" name="Picture 55"/>
          <p:cNvPicPr>
            <a:picLocks noChangeAspect="1"/>
          </p:cNvPicPr>
          <p:nvPr/>
        </p:nvPicPr>
        <p:blipFill>
          <a:blip r:embed="rId22"/>
          <a:stretch>
            <a:fillRect/>
          </a:stretch>
        </p:blipFill>
        <p:spPr>
          <a:xfrm>
            <a:off x="9460230" y="3112135"/>
            <a:ext cx="2523490" cy="681990"/>
          </a:xfrm>
          <a:prstGeom prst="rect">
            <a:avLst/>
          </a:prstGeom>
        </p:spPr>
      </p:pic>
      <p:pic>
        <p:nvPicPr>
          <p:cNvPr id="57" name="Picture 56"/>
          <p:cNvPicPr>
            <a:picLocks noChangeAspect="1"/>
          </p:cNvPicPr>
          <p:nvPr/>
        </p:nvPicPr>
        <p:blipFill>
          <a:blip r:embed="rId23"/>
          <a:stretch>
            <a:fillRect/>
          </a:stretch>
        </p:blipFill>
        <p:spPr>
          <a:xfrm>
            <a:off x="9460230" y="3868420"/>
            <a:ext cx="2381250" cy="666750"/>
          </a:xfrm>
          <a:prstGeom prst="rect">
            <a:avLst/>
          </a:prstGeom>
        </p:spPr>
      </p:pic>
      <p:sp>
        <p:nvSpPr>
          <p:cNvPr id="58" name="Diamond 57"/>
          <p:cNvSpPr/>
          <p:nvPr/>
        </p:nvSpPr>
        <p:spPr>
          <a:xfrm>
            <a:off x="2600325" y="3225800"/>
            <a:ext cx="231140" cy="241300"/>
          </a:xfrm>
          <a:prstGeom prst="diamond">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59" name="Diamond 58"/>
          <p:cNvSpPr/>
          <p:nvPr/>
        </p:nvSpPr>
        <p:spPr>
          <a:xfrm>
            <a:off x="9093835" y="3323590"/>
            <a:ext cx="231140" cy="241300"/>
          </a:xfrm>
          <a:prstGeom prst="diamond">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60" name="Diamond 59"/>
          <p:cNvSpPr/>
          <p:nvPr/>
        </p:nvSpPr>
        <p:spPr>
          <a:xfrm>
            <a:off x="3043555" y="3314065"/>
            <a:ext cx="231140" cy="241300"/>
          </a:xfrm>
          <a:prstGeom prst="diamond">
            <a:avLst/>
          </a:prstGeom>
          <a:solidFill>
            <a:srgbClr val="FF0000"/>
          </a:soli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61" name="Diamond 60"/>
          <p:cNvSpPr/>
          <p:nvPr/>
        </p:nvSpPr>
        <p:spPr>
          <a:xfrm>
            <a:off x="9093835" y="4098925"/>
            <a:ext cx="231140" cy="241300"/>
          </a:xfrm>
          <a:prstGeom prst="diamond">
            <a:avLst/>
          </a:prstGeom>
          <a:solidFill>
            <a:srgbClr val="FF0000"/>
          </a:soli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62" name="Oval 61"/>
          <p:cNvSpPr/>
          <p:nvPr/>
        </p:nvSpPr>
        <p:spPr>
          <a:xfrm>
            <a:off x="11291570" y="1862455"/>
            <a:ext cx="453390" cy="327660"/>
          </a:xfrm>
          <a:prstGeom prst="ellips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en-GB"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13</a:t>
            </a:r>
            <a:endParaRPr kumimoji="0" lang="en-US" altLang="en-GB"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63" name="Oval 62"/>
          <p:cNvSpPr/>
          <p:nvPr/>
        </p:nvSpPr>
        <p:spPr>
          <a:xfrm>
            <a:off x="11388090" y="2421255"/>
            <a:ext cx="453390" cy="327660"/>
          </a:xfrm>
          <a:prstGeom prst="ellips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en-GB"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9</a:t>
            </a:r>
            <a:endParaRPr kumimoji="0" lang="en-US" altLang="en-GB"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64" name="Oval 63"/>
          <p:cNvSpPr/>
          <p:nvPr/>
        </p:nvSpPr>
        <p:spPr>
          <a:xfrm>
            <a:off x="10189210" y="2368550"/>
            <a:ext cx="453390" cy="327660"/>
          </a:xfrm>
          <a:prstGeom prst="ellips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en-GB"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12</a:t>
            </a:r>
            <a:endParaRPr kumimoji="0" lang="en-US" altLang="en-GB"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pic>
        <p:nvPicPr>
          <p:cNvPr id="65" name="Picture 64"/>
          <p:cNvPicPr>
            <a:picLocks noChangeAspect="1"/>
          </p:cNvPicPr>
          <p:nvPr/>
        </p:nvPicPr>
        <p:blipFill>
          <a:blip r:embed="rId24"/>
          <a:stretch>
            <a:fillRect/>
          </a:stretch>
        </p:blipFill>
        <p:spPr>
          <a:xfrm>
            <a:off x="2357755" y="768985"/>
            <a:ext cx="2324100" cy="619125"/>
          </a:xfrm>
          <a:prstGeom prst="rect">
            <a:avLst/>
          </a:prstGeom>
        </p:spPr>
      </p:pic>
      <p:cxnSp>
        <p:nvCxnSpPr>
          <p:cNvPr id="66" name="Straight Arrow Connector 65"/>
          <p:cNvCxnSpPr/>
          <p:nvPr/>
        </p:nvCxnSpPr>
        <p:spPr>
          <a:xfrm flipV="1">
            <a:off x="4228465" y="1416685"/>
            <a:ext cx="240030" cy="1695450"/>
          </a:xfrm>
          <a:prstGeom prst="straightConnector1">
            <a:avLst/>
          </a:prstGeom>
          <a:ln>
            <a:headEnd type="none" w="med" len="med"/>
            <a:tailEnd type="arrow" w="med" len="med"/>
          </a:ln>
        </p:spPr>
        <p:style>
          <a:lnRef idx="3">
            <a:schemeClr val="accent1"/>
          </a:lnRef>
          <a:fillRef idx="0">
            <a:srgbClr val="FFFFFF"/>
          </a:fillRef>
          <a:effectRef idx="0">
            <a:srgbClr val="FFFFFF"/>
          </a:effectRef>
          <a:fontRef idx="minor">
            <a:schemeClr val="tx1"/>
          </a:fontRef>
        </p:style>
      </p:cxnSp>
      <p:sp>
        <p:nvSpPr>
          <p:cNvPr id="67" name="Oval 66"/>
          <p:cNvSpPr/>
          <p:nvPr/>
        </p:nvSpPr>
        <p:spPr>
          <a:xfrm>
            <a:off x="10424160" y="1060450"/>
            <a:ext cx="453390" cy="327660"/>
          </a:xfrm>
          <a:prstGeom prst="ellips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en-GB"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11</a:t>
            </a:r>
            <a:endParaRPr kumimoji="0" lang="en-US" altLang="en-GB"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68" name="Oval 67"/>
          <p:cNvSpPr/>
          <p:nvPr/>
        </p:nvSpPr>
        <p:spPr>
          <a:xfrm>
            <a:off x="10022205" y="1290320"/>
            <a:ext cx="401955" cy="327660"/>
          </a:xfrm>
          <a:prstGeom prst="ellips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en-GB"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3</a:t>
            </a:r>
            <a:endParaRPr kumimoji="0" lang="en-US" altLang="en-GB"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69" name="Oval 68"/>
          <p:cNvSpPr/>
          <p:nvPr/>
        </p:nvSpPr>
        <p:spPr>
          <a:xfrm>
            <a:off x="9460230" y="1388110"/>
            <a:ext cx="318135" cy="327660"/>
          </a:xfrm>
          <a:prstGeom prst="ellips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en-GB"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1</a:t>
            </a:r>
            <a:endParaRPr kumimoji="0" lang="en-US" altLang="en-GB"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70" name="Oval 69"/>
          <p:cNvSpPr/>
          <p:nvPr/>
        </p:nvSpPr>
        <p:spPr>
          <a:xfrm>
            <a:off x="9627870" y="768985"/>
            <a:ext cx="453390" cy="327660"/>
          </a:xfrm>
          <a:prstGeom prst="ellips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en-GB"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8</a:t>
            </a:r>
            <a:endParaRPr kumimoji="0" lang="en-US" altLang="en-GB"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71" name="Oval 70"/>
          <p:cNvSpPr/>
          <p:nvPr/>
        </p:nvSpPr>
        <p:spPr>
          <a:xfrm>
            <a:off x="8640445" y="624840"/>
            <a:ext cx="453390" cy="327660"/>
          </a:xfrm>
          <a:prstGeom prst="ellips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en-GB"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10</a:t>
            </a:r>
            <a:endParaRPr kumimoji="0" lang="en-US" altLang="en-GB"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72" name="Oval 71"/>
          <p:cNvSpPr/>
          <p:nvPr/>
        </p:nvSpPr>
        <p:spPr>
          <a:xfrm>
            <a:off x="9627870" y="2093595"/>
            <a:ext cx="453390" cy="327660"/>
          </a:xfrm>
          <a:prstGeom prst="ellips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en-GB"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18</a:t>
            </a:r>
            <a:endParaRPr kumimoji="0" lang="en-US" altLang="en-GB"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73" name="Oval 72"/>
          <p:cNvSpPr/>
          <p:nvPr/>
        </p:nvSpPr>
        <p:spPr>
          <a:xfrm>
            <a:off x="9006840" y="2491105"/>
            <a:ext cx="453390" cy="327660"/>
          </a:xfrm>
          <a:prstGeom prst="ellips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en-GB"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19</a:t>
            </a:r>
            <a:endParaRPr kumimoji="0" lang="en-US" altLang="en-GB"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74" name="Oval 73"/>
          <p:cNvSpPr/>
          <p:nvPr/>
        </p:nvSpPr>
        <p:spPr>
          <a:xfrm>
            <a:off x="7678420" y="768985"/>
            <a:ext cx="453390" cy="327660"/>
          </a:xfrm>
          <a:prstGeom prst="ellips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en-GB"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16</a:t>
            </a:r>
            <a:endParaRPr kumimoji="0" lang="en-US" altLang="en-GB"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cxnSp>
        <p:nvCxnSpPr>
          <p:cNvPr id="75" name="Straight Arrow Connector 74"/>
          <p:cNvCxnSpPr/>
          <p:nvPr/>
        </p:nvCxnSpPr>
        <p:spPr>
          <a:xfrm flipH="1" flipV="1">
            <a:off x="7918450" y="1096645"/>
            <a:ext cx="1271905" cy="760730"/>
          </a:xfrm>
          <a:prstGeom prst="straightConnector1">
            <a:avLst/>
          </a:prstGeom>
          <a:ln>
            <a:headEnd type="none" w="med" len="med"/>
            <a:tailEnd type="arrow" w="med" len="med"/>
          </a:ln>
        </p:spPr>
        <p:style>
          <a:lnRef idx="3">
            <a:schemeClr val="accent1"/>
          </a:lnRef>
          <a:fillRef idx="0">
            <a:srgbClr val="FFFFFF"/>
          </a:fillRef>
          <a:effectRef idx="0">
            <a:srgbClr val="FFFFFF"/>
          </a:effectRef>
          <a:fontRef idx="minor">
            <a:schemeClr val="tx1"/>
          </a:fontRef>
        </p:style>
      </p:cxnSp>
      <p:cxnSp>
        <p:nvCxnSpPr>
          <p:cNvPr id="76" name="Straight Arrow Connector 75"/>
          <p:cNvCxnSpPr/>
          <p:nvPr/>
        </p:nvCxnSpPr>
        <p:spPr>
          <a:xfrm flipH="1" flipV="1">
            <a:off x="7990840" y="358775"/>
            <a:ext cx="1477010" cy="1450340"/>
          </a:xfrm>
          <a:prstGeom prst="straightConnector1">
            <a:avLst/>
          </a:prstGeom>
          <a:ln>
            <a:headEnd type="none" w="med" len="med"/>
            <a:tailEnd type="arrow" w="med" len="med"/>
          </a:ln>
        </p:spPr>
        <p:style>
          <a:lnRef idx="3">
            <a:schemeClr val="accent1"/>
          </a:lnRef>
          <a:fillRef idx="0">
            <a:srgbClr val="FFFFFF"/>
          </a:fillRef>
          <a:effectRef idx="0">
            <a:srgbClr val="FFFFFF"/>
          </a:effectRef>
          <a:fontRef idx="minor">
            <a:schemeClr val="tx1"/>
          </a:fontRef>
        </p:style>
      </p:cxnSp>
      <p:sp>
        <p:nvSpPr>
          <p:cNvPr id="77" name="Oval 76"/>
          <p:cNvSpPr/>
          <p:nvPr/>
        </p:nvSpPr>
        <p:spPr>
          <a:xfrm>
            <a:off x="7537450" y="233045"/>
            <a:ext cx="453390" cy="327660"/>
          </a:xfrm>
          <a:prstGeom prst="ellips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en-GB"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17</a:t>
            </a:r>
            <a:endParaRPr kumimoji="0" lang="en-US" altLang="en-GB"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78" name="Oval 77"/>
          <p:cNvSpPr/>
          <p:nvPr/>
        </p:nvSpPr>
        <p:spPr>
          <a:xfrm>
            <a:off x="7898130" y="2573020"/>
            <a:ext cx="453390" cy="327660"/>
          </a:xfrm>
          <a:prstGeom prst="ellips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en-GB"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7</a:t>
            </a:r>
            <a:endParaRPr kumimoji="0" lang="en-US" altLang="en-GB"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79" name="Oval 78"/>
          <p:cNvSpPr/>
          <p:nvPr/>
        </p:nvSpPr>
        <p:spPr>
          <a:xfrm>
            <a:off x="8131810" y="1783715"/>
            <a:ext cx="453390" cy="327660"/>
          </a:xfrm>
          <a:prstGeom prst="ellips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en-GB"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5</a:t>
            </a:r>
            <a:endParaRPr kumimoji="0" lang="en-US" altLang="en-GB"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80" name="Oval 79"/>
          <p:cNvSpPr/>
          <p:nvPr/>
        </p:nvSpPr>
        <p:spPr>
          <a:xfrm>
            <a:off x="7817485" y="1290320"/>
            <a:ext cx="453390" cy="327660"/>
          </a:xfrm>
          <a:prstGeom prst="ellipse">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en-GB"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2</a:t>
            </a:r>
            <a:endParaRPr kumimoji="0" lang="en-US" altLang="en-GB"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5" name="Rectangles 4"/>
          <p:cNvSpPr/>
          <p:nvPr/>
        </p:nvSpPr>
        <p:spPr>
          <a:xfrm>
            <a:off x="9169400" y="5612130"/>
            <a:ext cx="2814320" cy="1115695"/>
          </a:xfrm>
          <a:prstGeom prst="rect">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LYSOSOMES CHECK,</a:t>
            </a:r>
            <a:endParaRPr kumimoji="0" lang="en-US" altLang="zh-CN"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a:p>
            <a:pPr marL="0" marR="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 LAST MEETING: CELL 3,</a:t>
            </a:r>
            <a:endParaRPr kumimoji="0" lang="en-US" altLang="zh-CN"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a:p>
            <a:pPr marL="0" marR="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 LY:9,13</a:t>
            </a:r>
            <a:endParaRPr kumimoji="0" lang="en-US" altLang="zh-CN"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78460" y="0"/>
            <a:ext cx="10972800" cy="582613"/>
          </a:xfrm>
        </p:spPr>
        <p:txBody>
          <a:bodyPr/>
          <a:p>
            <a:r>
              <a:rPr lang="en-GB" altLang="en-US" b="1" dirty="0">
                <a:solidFill>
                  <a:srgbClr val="FF0000"/>
                </a:solidFill>
                <a:cs typeface="Arial" panose="020B0604020202020204"/>
                <a:sym typeface="+mn-ea"/>
              </a:rPr>
              <a:t>MANUAL.vs.AUTOMATIC</a:t>
            </a:r>
            <a:endParaRPr lang="en-GB" altLang="en-US"/>
          </a:p>
        </p:txBody>
      </p:sp>
      <p:pic>
        <p:nvPicPr>
          <p:cNvPr id="3" name="Picture 2"/>
          <p:cNvPicPr>
            <a:picLocks noChangeAspect="1"/>
          </p:cNvPicPr>
          <p:nvPr/>
        </p:nvPicPr>
        <p:blipFill>
          <a:blip r:embed="rId1"/>
          <a:stretch>
            <a:fillRect/>
          </a:stretch>
        </p:blipFill>
        <p:spPr>
          <a:xfrm>
            <a:off x="1090930" y="814705"/>
            <a:ext cx="3200400" cy="4495800"/>
          </a:xfrm>
          <a:prstGeom prst="rect">
            <a:avLst/>
          </a:prstGeom>
        </p:spPr>
      </p:pic>
      <p:pic>
        <p:nvPicPr>
          <p:cNvPr id="6" name="Picture 5"/>
          <p:cNvPicPr>
            <a:picLocks noChangeAspect="1"/>
          </p:cNvPicPr>
          <p:nvPr/>
        </p:nvPicPr>
        <p:blipFill>
          <a:blip r:embed="rId2"/>
          <a:stretch>
            <a:fillRect/>
          </a:stretch>
        </p:blipFill>
        <p:spPr>
          <a:xfrm>
            <a:off x="5806440" y="814705"/>
            <a:ext cx="3209925" cy="3648075"/>
          </a:xfrm>
          <a:prstGeom prst="rect">
            <a:avLst/>
          </a:prstGeom>
        </p:spPr>
      </p:pic>
      <p:sp>
        <p:nvSpPr>
          <p:cNvPr id="4" name="Right Arrow 3"/>
          <p:cNvSpPr/>
          <p:nvPr/>
        </p:nvSpPr>
        <p:spPr>
          <a:xfrm>
            <a:off x="8998585" y="2169795"/>
            <a:ext cx="955040" cy="163830"/>
          </a:xfrm>
          <a:prstGeom prst="rightArrow">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5" name="Right Arrow 4"/>
          <p:cNvSpPr/>
          <p:nvPr/>
        </p:nvSpPr>
        <p:spPr>
          <a:xfrm rot="19440000">
            <a:off x="8842375" y="2569210"/>
            <a:ext cx="1144270" cy="118110"/>
          </a:xfrm>
          <a:prstGeom prst="rightArrow">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7" name="Rectangles 6"/>
          <p:cNvSpPr/>
          <p:nvPr/>
        </p:nvSpPr>
        <p:spPr>
          <a:xfrm>
            <a:off x="10050145" y="1876425"/>
            <a:ext cx="1869440" cy="788035"/>
          </a:xfrm>
          <a:prstGeom prst="rect">
            <a:avLst/>
          </a:pr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LYSOSOMES CHECK,</a:t>
            </a:r>
            <a:endParaRPr kumimoji="0" lang="en-US" altLang="zh-CN" sz="12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a:p>
            <a:pPr marL="0" marR="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 LAST MEETING: CELL 3,</a:t>
            </a:r>
            <a:endParaRPr kumimoji="0" lang="en-US" altLang="zh-CN" sz="12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a:p>
            <a:pPr marL="0" marR="0" indent="0" algn="l"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 LY:9,13</a:t>
            </a:r>
            <a:endParaRPr kumimoji="0" lang="en-US" altLang="zh-CN" sz="12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b="1">
                <a:solidFill>
                  <a:srgbClr val="FF0000"/>
                </a:solidFill>
                <a:sym typeface="+mn-ea"/>
              </a:rPr>
              <a:t>DATASET LYSOSOMES(ORDER FOR CELL ID)</a:t>
            </a:r>
            <a:endParaRPr lang="en-GB" altLang="en-US"/>
          </a:p>
        </p:txBody>
      </p:sp>
      <p:pic>
        <p:nvPicPr>
          <p:cNvPr id="3" name="Picture 2"/>
          <p:cNvPicPr>
            <a:picLocks noChangeAspect="1"/>
          </p:cNvPicPr>
          <p:nvPr/>
        </p:nvPicPr>
        <p:blipFill>
          <a:blip r:embed="rId1"/>
          <a:stretch>
            <a:fillRect/>
          </a:stretch>
        </p:blipFill>
        <p:spPr>
          <a:xfrm>
            <a:off x="1203325" y="913765"/>
            <a:ext cx="4171950" cy="5724525"/>
          </a:xfrm>
          <a:prstGeom prst="rect">
            <a:avLst/>
          </a:prstGeom>
        </p:spPr>
      </p:pic>
      <p:pic>
        <p:nvPicPr>
          <p:cNvPr id="4" name="Picture 3"/>
          <p:cNvPicPr>
            <a:picLocks noChangeAspect="1"/>
          </p:cNvPicPr>
          <p:nvPr/>
        </p:nvPicPr>
        <p:blipFill>
          <a:blip r:embed="rId2"/>
          <a:stretch>
            <a:fillRect/>
          </a:stretch>
        </p:blipFill>
        <p:spPr>
          <a:xfrm>
            <a:off x="6104890" y="913765"/>
            <a:ext cx="2181225" cy="771525"/>
          </a:xfrm>
          <a:prstGeom prst="rect">
            <a:avLst/>
          </a:prstGeom>
        </p:spPr>
      </p:pic>
      <p:pic>
        <p:nvPicPr>
          <p:cNvPr id="9" name="Picture 8"/>
          <p:cNvPicPr>
            <a:picLocks noChangeAspect="1"/>
          </p:cNvPicPr>
          <p:nvPr/>
        </p:nvPicPr>
        <p:blipFill>
          <a:blip r:embed="rId3"/>
          <a:stretch>
            <a:fillRect/>
          </a:stretch>
        </p:blipFill>
        <p:spPr>
          <a:xfrm>
            <a:off x="6184265" y="1825625"/>
            <a:ext cx="1752600" cy="1200150"/>
          </a:xfrm>
          <a:prstGeom prst="rect">
            <a:avLst/>
          </a:prstGeom>
        </p:spPr>
      </p:pic>
      <p:pic>
        <p:nvPicPr>
          <p:cNvPr id="10" name="Picture 9"/>
          <p:cNvPicPr>
            <a:picLocks noChangeAspect="1"/>
          </p:cNvPicPr>
          <p:nvPr/>
        </p:nvPicPr>
        <p:blipFill>
          <a:blip r:embed="rId4"/>
          <a:stretch>
            <a:fillRect/>
          </a:stretch>
        </p:blipFill>
        <p:spPr>
          <a:xfrm>
            <a:off x="6184265" y="3346450"/>
            <a:ext cx="1924050" cy="666750"/>
          </a:xfrm>
          <a:prstGeom prst="rect">
            <a:avLst/>
          </a:prstGeom>
        </p:spPr>
      </p:pic>
    </p:spTree>
  </p:cSld>
  <p:clrMapOvr>
    <a:masterClrMapping/>
  </p:clrMapOvr>
</p:sld>
</file>

<file path=ppt/tags/tag1.xml><?xml version="1.0" encoding="utf-8"?>
<p:tagLst xmlns:p="http://schemas.openxmlformats.org/presentationml/2006/main">
  <p:tag name="KSO_WM_MEDIACOVER_FLAG" val="1"/>
  <p:tag name="KSO_WM_UNIT_MEDIACOVER_BTN_STATE" val="1"/>
</p:tagLst>
</file>

<file path=ppt/tags/tag2.xml><?xml version="1.0" encoding="utf-8"?>
<p:tagLst xmlns:p="http://schemas.openxmlformats.org/presentationml/2006/main">
  <p:tag name="KSO_WM_MEDIACOVER_FLAG" val="1"/>
  <p:tag name="KSO_WM_UNIT_MEDIACOVER_BTN_STATE" val="1"/>
</p:tagLst>
</file>

<file path=ppt/tags/tag3.xml><?xml version="1.0" encoding="utf-8"?>
<p:tagLst xmlns:p="http://schemas.openxmlformats.org/presentationml/2006/main">
  <p:tag name="KSO_WM_DIAGRAM_VIRTUALLY_FRAME" val="{&quot;height&quot;:357.45,&quot;left&quot;:46.7,&quot;top&quot;:75,&quot;width&quot;:803.5}"/>
</p:tagLst>
</file>

<file path=ppt/tags/tag4.xml><?xml version="1.0" encoding="utf-8"?>
<p:tagLst xmlns:p="http://schemas.openxmlformats.org/presentationml/2006/main">
  <p:tag name="KSO_WM_DIAGRAM_VIRTUALLY_FRAME" val="{&quot;height&quot;:357.45,&quot;left&quot;:46.7,&quot;top&quot;:75,&quot;width&quot;:803.5}"/>
</p:tagLst>
</file>

<file path=ppt/tags/tag5.xml><?xml version="1.0" encoding="utf-8"?>
<p:tagLst xmlns:p="http://schemas.openxmlformats.org/presentationml/2006/main">
  <p:tag name="KSO_WM_DIAGRAM_VIRTUALLY_FRAME" val="{&quot;height&quot;:357.45,&quot;left&quot;:46.7,&quot;top&quot;:75,&quot;width&quot;:803.5}"/>
</p:tagLst>
</file>

<file path=ppt/tags/tag6.xml><?xml version="1.0" encoding="utf-8"?>
<p:tagLst xmlns:p="http://schemas.openxmlformats.org/presentationml/2006/main">
  <p:tag name="KSO_WM_DIAGRAM_VIRTUALLY_FRAME" val="{&quot;height&quot;:440.4,&quot;left&quot;:46.7,&quot;top&quot;:75,&quot;width&quot;:803.5}"/>
</p:tagLst>
</file>

<file path=ppt/tags/tag7.xml><?xml version="1.0" encoding="utf-8"?>
<p:tagLst xmlns:p="http://schemas.openxmlformats.org/presentationml/2006/main">
  <p:tag name="KSO_WM_DIAGRAM_VIRTUALLY_FRAME" val="{&quot;height&quot;:440.4,&quot;left&quot;:46.7,&quot;top&quot;:75,&quot;width&quot;:803.5}"/>
</p:tagLst>
</file>

<file path=ppt/tags/tag8.xml><?xml version="1.0" encoding="utf-8"?>
<p:tagLst xmlns:p="http://schemas.openxmlformats.org/presentationml/2006/main">
  <p:tag name="KSO_WM_DIAGRAM_VIRTUALLY_FRAME" val="{&quot;height&quot;:440.4,&quot;left&quot;:46.7,&quot;top&quot;:75,&quot;width&quot;:803.5}"/>
</p:tagLst>
</file>

<file path=ppt/tags/tag9.xml><?xml version="1.0" encoding="utf-8"?>
<p:tagLst xmlns:p="http://schemas.openxmlformats.org/presentationml/2006/main">
  <p:tag name="KSO_WM_DIAGRAM_VIRTUALLY_FRAME" val="{&quot;height&quot;:440.4,&quot;left&quot;:46.7,&quot;top&quot;:75,&quot;width&quot;:803.5}"/>
</p:tagLst>
</file>

<file path=ppt/tags/tag10.xml><?xml version="1.0" encoding="utf-8"?>
<p:tagLst xmlns:p="http://schemas.openxmlformats.org/presentationml/2006/main">
  <p:tag name="KSO_WM_DIAGRAM_VIRTUALLY_FRAME" val="{&quot;height&quot;:440.4,&quot;left&quot;:46.7,&quot;top&quot;:75,&quot;width&quot;:803.5}"/>
</p:tagLst>
</file>

<file path=ppt/tags/tag11.xml><?xml version="1.0" encoding="utf-8"?>
<p:tagLst xmlns:p="http://schemas.openxmlformats.org/presentationml/2006/main">
  <p:tag name="KSO_WM_DIAGRAM_VIRTUALLY_FRAME" val="{&quot;height&quot;:440.4,&quot;left&quot;:46.7,&quot;top&quot;:75,&quot;width&quot;:803.5}"/>
</p:tagLst>
</file>

<file path=ppt/theme/theme1.xml><?xml version="1.0" encoding="utf-8"?>
<a:theme xmlns:a="http://schemas.openxmlformats.org/drawingml/2006/main" name="1_Green Color">
  <a:themeElements>
    <a:clrScheme name="">
      <a:dk1>
        <a:srgbClr val="000000"/>
      </a:dk1>
      <a:lt1>
        <a:srgbClr val="FFFFFF"/>
      </a:lt1>
      <a:dk2>
        <a:srgbClr val="000000"/>
      </a:dk2>
      <a:lt2>
        <a:srgbClr val="969696"/>
      </a:lt2>
      <a:accent1>
        <a:srgbClr val="009900"/>
      </a:accent1>
      <a:accent2>
        <a:srgbClr val="99CC00"/>
      </a:accent2>
      <a:accent3>
        <a:srgbClr val="FFFFFF"/>
      </a:accent3>
      <a:accent4>
        <a:srgbClr val="000000"/>
      </a:accent4>
      <a:accent5>
        <a:srgbClr val="AACAAA"/>
      </a:accent5>
      <a:accent6>
        <a:srgbClr val="8AB900"/>
      </a:accent6>
      <a:hlink>
        <a:srgbClr val="002060"/>
      </a:hlink>
      <a:folHlink>
        <a:srgbClr val="996600"/>
      </a:folHlink>
    </a:clrScheme>
    <a:fontScheme name="Green Color">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Green Color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Green Color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Green Color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Green Color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Green Color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Green Color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Green Color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Green Color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Green Color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Green Color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Green Color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Green Color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Green Color 13">
        <a:dk1>
          <a:srgbClr val="000000"/>
        </a:dk1>
        <a:lt1>
          <a:srgbClr val="FFFFFF"/>
        </a:lt1>
        <a:dk2>
          <a:srgbClr val="000000"/>
        </a:dk2>
        <a:lt2>
          <a:srgbClr val="969696"/>
        </a:lt2>
        <a:accent1>
          <a:srgbClr val="009900"/>
        </a:accent1>
        <a:accent2>
          <a:srgbClr val="99CC00"/>
        </a:accent2>
        <a:accent3>
          <a:srgbClr val="FFFFFF"/>
        </a:accent3>
        <a:accent4>
          <a:srgbClr val="000000"/>
        </a:accent4>
        <a:accent5>
          <a:srgbClr val="AACAAA"/>
        </a:accent5>
        <a:accent6>
          <a:srgbClr val="8AB900"/>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1994</Words>
  <Application>WPS Presentation</Application>
  <PresentationFormat>Panorámica</PresentationFormat>
  <Paragraphs>211</Paragraphs>
  <Slides>20</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20</vt:i4>
      </vt:variant>
    </vt:vector>
  </HeadingPairs>
  <TitlesOfParts>
    <vt:vector size="29" baseType="lpstr">
      <vt:lpstr>Arial</vt:lpstr>
      <vt:lpstr>SimSun</vt:lpstr>
      <vt:lpstr>Wingdings</vt:lpstr>
      <vt:lpstr>Wingdings</vt:lpstr>
      <vt:lpstr>Arial</vt:lpstr>
      <vt:lpstr>Microsoft YaHei</vt:lpstr>
      <vt:lpstr>Arial Unicode MS</vt:lpstr>
      <vt:lpstr>Calibri</vt:lpstr>
      <vt:lpstr>1_Green Color</vt:lpstr>
      <vt:lpstr>PowerPoint 演示文稿</vt:lpstr>
      <vt:lpstr>Automatization(thresholding)</vt:lpstr>
      <vt:lpstr>FILES</vt:lpstr>
      <vt:lpstr>Airy scan_40A_UAS-TMEM-HA_CB_0h_1_051222 </vt:lpstr>
      <vt:lpstr>DETECTION VIDEO</vt:lpstr>
      <vt:lpstr>SEGMENTATION</vt:lpstr>
      <vt:lpstr>MANUAL.vs.AUTOMATIC</vt:lpstr>
      <vt:lpstr>MANUAL.vs.AUTOMATIC</vt:lpstr>
      <vt:lpstr>MANUAL.vs.AUTOMATIC</vt:lpstr>
      <vt:lpstr>MANUAL.vs.AUTOMATIC</vt:lpstr>
      <vt:lpstr>DATASETS</vt:lpstr>
      <vt:lpstr>40A_UAS-TMEM1923x-HA x 71G10 40A MARCM_L3_1_Airy_010724</vt:lpstr>
      <vt:lpstr>DETECTION VIDEO</vt:lpstr>
      <vt:lpstr>SEGMENTATION</vt:lpstr>
      <vt:lpstr>MANUAL.vs.AUTOMATIC</vt:lpstr>
      <vt:lpstr>MANUAL.vs.AUTOMATIC</vt:lpstr>
      <vt:lpstr>MANUAL.vs.AUTOMATIC</vt:lpstr>
      <vt:lpstr>MANUAL.vs.AUTOMATIC</vt:lpstr>
      <vt:lpstr>MANUAL.vs.AUTOMATIC</vt:lpstr>
      <vt:lpstr>DATASET LYSOSOMES(ORDER FOR CELL ID)</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Nahuel-Hernan Ramos</dc:creator>
  <cp:lastModifiedBy>nahue</cp:lastModifiedBy>
  <cp:revision>828</cp:revision>
  <dcterms:created xsi:type="dcterms:W3CDTF">2024-11-18T13:41:00Z</dcterms:created>
  <dcterms:modified xsi:type="dcterms:W3CDTF">2025-12-11T09:51:59Z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1C5535C20AAA4F188DA87806FA68F317_13</vt:lpwstr>
  </property>
  <property fmtid="{D5CDD505-2E9C-101B-9397-08002B2CF9AE}" pid="3" name="KSOProductBuildVer">
    <vt:lpwstr>2057-12.2.0.23155</vt:lpwstr>
  </property>
</Properties>
</file>