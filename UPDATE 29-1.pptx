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8840" cy="578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8840" cy="578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80920" cy="4948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80920" cy="4948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11640" cy="13215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54480" cy="820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54480" cy="36806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9680" cy="820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9680" cy="36806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7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8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8680" cy="1596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8240" cy="4869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8680" cy="3807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28680" cy="1596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68240" cy="4869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28680" cy="3807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39240" cy="593316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22600" cy="593316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39320" cy="10785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8840" cy="578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8840" cy="49489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8840" cy="5785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68840" cy="4948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1640" cy="2848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1640" cy="1496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5668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40760" cy="472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34520" cy="289656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29/1/2025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68840" cy="75816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GUI CELLS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/>
          <p:cNvPicPr/>
          <p:nvPr/>
        </p:nvPicPr>
        <p:blipFill>
          <a:blip r:embed="rId1"/>
          <a:stretch/>
        </p:blipFill>
        <p:spPr>
          <a:xfrm>
            <a:off x="1596960" y="1268280"/>
            <a:ext cx="8689680" cy="465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4"/>
          <p:cNvSpPr/>
          <p:nvPr/>
        </p:nvSpPr>
        <p:spPr>
          <a:xfrm>
            <a:off x="152280" y="-154080"/>
            <a:ext cx="578916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GUI WITHOUT ADVANCED SETTINGS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10272960" y="148464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10272960" y="205920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5664240" y="236196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5664240" y="281736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5664240" y="320040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5664240" y="357300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5664240" y="434592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1271880" y="402840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10200600" y="4028400"/>
            <a:ext cx="4550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3792240" y="4869000"/>
            <a:ext cx="6854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2280" y="26280"/>
            <a:ext cx="5103360" cy="73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Inputs and buttons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s 85"/>
          <p:cNvSpPr/>
          <p:nvPr/>
        </p:nvSpPr>
        <p:spPr>
          <a:xfrm>
            <a:off x="403920" y="930240"/>
            <a:ext cx="11370960" cy="63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1) Image 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Text box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Shows the full path of the file you selected (.czi, .tif, .tiff).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Browse… (button)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Opens a file picker. When you choose a file, the GUI also auto-suggests an output folder (same directory as the image +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	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	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    timestamp) if the output field is empty.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2) Output folder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Text box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Where all outputs are written:datasets, videos and pictures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Browse… (button)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Lets you choose a parent folder.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The script then makes a new timestamped folder inside it (based on the image name).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3) ERODE_MULT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ERODE_MULT (input):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 multiplier / additive factor used in your auto morphology stage.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unitless (it becomes a voxel radius for erosion).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Effect: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higher values generally shrink the mask more (more erosion).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For neurites: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too high will break thin branches.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Typical: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Image with little noise: 0-2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Image with a lot of noise: &gt;=3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3"/>
          <p:cNvSpPr/>
          <p:nvPr/>
        </p:nvSpPr>
        <p:spPr>
          <a:xfrm>
            <a:off x="152280" y="28800"/>
            <a:ext cx="51033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Inputs and buttons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s 87"/>
          <p:cNvSpPr/>
          <p:nvPr/>
        </p:nvSpPr>
        <p:spPr>
          <a:xfrm>
            <a:off x="228600" y="684000"/>
            <a:ext cx="11427840" cy="55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4) Blob_log threshold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Input: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Controls how strict the lysosome detection is using the function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blog_log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.It’s basically the minimum “blob response” required to call something a blob.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unitless.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sng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Effect: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Lower threshold → more detections (including noise)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Higher threshold → fewer detections (may miss lysosomes)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Typical: 0.001–0.05, depends on intensity / noise.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5) Min lysosome diameter(µm)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Input: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minimum diameter of the lysosomes.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Units: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micrometers (µm)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6"/>
          <p:cNvSpPr/>
          <p:nvPr/>
        </p:nvSpPr>
        <p:spPr>
          <a:xfrm>
            <a:off x="152280" y="29160"/>
            <a:ext cx="51033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Inputs and buttons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s 89"/>
          <p:cNvSpPr/>
          <p:nvPr/>
        </p:nvSpPr>
        <p:spPr>
          <a:xfrm>
            <a:off x="457200" y="646200"/>
            <a:ext cx="10970640" cy="713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6)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Max lysosome diameter(µm)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Input: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 maximum diameter of the lysosomes 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Units: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micrometers (µm)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4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7) Launch Napari viewer (checkbox)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checked: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opens napari, adds layers.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unchecked: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the script runs headless (still saves outputs).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only visualization (not segmentation output itself).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8) Generate videos (checkbox)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checked: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writes MP4/GIF outputs(fused overlays, side-by-side raw vs fused)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unchecked: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no videos are generated.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only outputs (not segmentation).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9) Video FPS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INPUT: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Frames per second for the MP4/GIF writers.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Units: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frames/second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playback speed only.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/>
          <p:cNvPicPr/>
          <p:nvPr/>
        </p:nvPicPr>
        <p:blipFill>
          <a:blip r:embed="rId1"/>
          <a:stretch/>
        </p:blipFill>
        <p:spPr>
          <a:xfrm>
            <a:off x="2228760" y="657360"/>
            <a:ext cx="7733880" cy="554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2"/>
          <p:cNvSpPr/>
          <p:nvPr/>
        </p:nvSpPr>
        <p:spPr>
          <a:xfrm>
            <a:off x="152280" y="-153720"/>
            <a:ext cx="578916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GUI WITH ADVANCED SETTINGS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6888240" y="5229000"/>
            <a:ext cx="6836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7104600" y="5805000"/>
            <a:ext cx="6836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9840600" y="5745240"/>
            <a:ext cx="6836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Oval 96"/>
          <p:cNvSpPr/>
          <p:nvPr/>
        </p:nvSpPr>
        <p:spPr>
          <a:xfrm>
            <a:off x="6528600" y="4773960"/>
            <a:ext cx="6836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Oval 97"/>
          <p:cNvSpPr/>
          <p:nvPr/>
        </p:nvSpPr>
        <p:spPr>
          <a:xfrm>
            <a:off x="7824240" y="4437360"/>
            <a:ext cx="6836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Oval 98"/>
          <p:cNvSpPr/>
          <p:nvPr/>
        </p:nvSpPr>
        <p:spPr>
          <a:xfrm>
            <a:off x="4223880" y="3933000"/>
            <a:ext cx="685440" cy="455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7"/>
          <p:cNvSpPr/>
          <p:nvPr/>
        </p:nvSpPr>
        <p:spPr>
          <a:xfrm>
            <a:off x="152280" y="29520"/>
            <a:ext cx="510336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Inputs and buttons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s 100"/>
          <p:cNvSpPr/>
          <p:nvPr/>
        </p:nvSpPr>
        <p:spPr>
          <a:xfrm>
            <a:off x="228600" y="685800"/>
            <a:ext cx="11199240" cy="59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4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10) Show advanced settings (checkbox)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4"/>
              </a:spcBef>
              <a:spcAft>
                <a:spcPts val="709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Toggles visibility of the advanced panel.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4"/>
              </a:spcBef>
              <a:spcAft>
                <a:spcPts val="709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11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) MARGIN_UM (µm)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Soft distance band around the neurite mask; helps classify lysosomes near the border as “inside”.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 micrometers (µm)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4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12) OVERLAP_ALPHA (0….1)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Minimum fraction of the lysosome sphere that must overlap the neurite mask to be “inside”.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 unitless fraction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04"/>
              </a:spcBef>
              <a:spcAft>
                <a:spcPts val="709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13) VIZ_MIN_VOXELS (voxels)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Minimum component size (voxel count) to keep for visualization/IDs; smaller ones are removed.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Units: voxels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Bottom buttons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14)Cancel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:Closes the GUI and exits the scrip.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15)Run: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Validates inputs and run the script.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68840" cy="75816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AXONS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4"/>
          <p:cNvSpPr/>
          <p:nvPr/>
        </p:nvSpPr>
        <p:spPr>
          <a:xfrm>
            <a:off x="407520" y="409320"/>
            <a:ext cx="57891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GUI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68840" cy="57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SKELETONIZE 3D</a:t>
            </a:r>
            <a:endParaRPr lang="en-US" sz="18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2971800" y="914400"/>
            <a:ext cx="4305240" cy="31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9360" y="1398600"/>
            <a:ext cx="10968840" cy="369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FILES: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-Airy scan_40A_UAS-TMEM-HA_axon_0h_again_2_051222</a:t>
            </a:r>
            <a:br>
              <a:rPr sz="3200"/>
            </a:br>
            <a:r>
              <a:rPr lang="en-US" sz="32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-Airy scan_40A_UAS-TMEM-HA_axon_0h_again_3_051222</a:t>
            </a:r>
            <a:br>
              <a:rPr sz="3200"/>
            </a:br>
            <a:br>
              <a:rPr sz="3200"/>
            </a:b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144720"/>
            <a:ext cx="10968840" cy="67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s 104"/>
          <p:cNvSpPr/>
          <p:nvPr/>
        </p:nvSpPr>
        <p:spPr>
          <a:xfrm>
            <a:off x="0" y="1143000"/>
            <a:ext cx="2513520" cy="5256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neigh max vox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144000"/>
            <a:ext cx="1096884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08"/>
          <p:cNvPicPr/>
          <p:nvPr/>
        </p:nvPicPr>
        <p:blipFill>
          <a:blip r:embed="rId1"/>
          <a:stretch/>
        </p:blipFill>
        <p:spPr>
          <a:xfrm>
            <a:off x="685800" y="931680"/>
            <a:ext cx="4943520" cy="523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109"/>
          <p:cNvPicPr/>
          <p:nvPr/>
        </p:nvPicPr>
        <p:blipFill>
          <a:blip r:embed="rId2"/>
          <a:stretch/>
        </p:blipFill>
        <p:spPr>
          <a:xfrm>
            <a:off x="6172200" y="931680"/>
            <a:ext cx="4342320" cy="522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144000"/>
            <a:ext cx="1096884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s 111"/>
          <p:cNvSpPr/>
          <p:nvPr/>
        </p:nvSpPr>
        <p:spPr>
          <a:xfrm>
            <a:off x="360" y="1143360"/>
            <a:ext cx="2513520" cy="5256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0.5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neigh max vox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144000"/>
            <a:ext cx="10968840" cy="67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0H 3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115"/>
          <p:cNvPicPr/>
          <p:nvPr/>
        </p:nvPicPr>
        <p:blipFill>
          <a:blip r:embed="rId1"/>
          <a:stretch/>
        </p:blipFill>
        <p:spPr>
          <a:xfrm>
            <a:off x="475920" y="914400"/>
            <a:ext cx="5238000" cy="546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Picture 116"/>
          <p:cNvPicPr/>
          <p:nvPr/>
        </p:nvPicPr>
        <p:blipFill>
          <a:blip r:embed="rId2"/>
          <a:stretch/>
        </p:blipFill>
        <p:spPr>
          <a:xfrm>
            <a:off x="5943600" y="914400"/>
            <a:ext cx="4829760" cy="548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LibreOffice/25.8.4.2$Windows_X86_64 LibreOffice_project/290daaa01b999472f0c7a3890eb6a550fd74c6df</Application>
  <AppVersion>15.0000</AppVersion>
  <Words>3518</Words>
  <Paragraphs>166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2026-01-25T18:53:41Z</dcterms:modified>
  <cp:revision>963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01A98073925847589F8FCE52CF4D9B10_13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15</vt:i4>
  </property>
</Properties>
</file>