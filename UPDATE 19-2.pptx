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560" cy="68504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5308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560" cy="68504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5080" cy="15926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Master title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4640" cy="48661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5080" cy="38041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5308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560" cy="68504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5080" cy="15926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4640" cy="486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5080" cy="38041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5308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560" cy="68504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35640" cy="592956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19000" cy="592956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5308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84560" cy="685044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7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84560" cy="68504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35720" cy="1074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5308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560" cy="68504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5240" cy="574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Master title 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5240" cy="494532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5308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560" cy="68504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5240" cy="574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5240" cy="4945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5308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560" cy="68504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08040" cy="28450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08040" cy="1492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5308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560" cy="68504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5240" cy="574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5308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560" cy="68504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5240" cy="574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77320" cy="4945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77320" cy="4945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5308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560" cy="68504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08040" cy="1317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50880" cy="8164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50880" cy="36770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76080" cy="8164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76080" cy="36770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7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5308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8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37160" cy="46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30920" cy="289296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19/2/2025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65240" cy="75456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AXONS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-1080"/>
            <a:ext cx="10965240" cy="58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GUI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28600" y="685800"/>
            <a:ext cx="11655360" cy="83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New parameters in Advanced Settings:</a:t>
            </a:r>
            <a:r>
              <a:rPr lang="en-US" sz="3000" b="0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Coseno minimum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Intensity minimum fraction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-45360"/>
            <a:ext cx="1096524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minimum</a:t>
            </a:r>
            <a:endParaRPr lang="en-US" sz="4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28600" y="685800"/>
            <a:ext cx="11655360" cy="66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Are the two pieces pointing toward each other?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Imagine two broken sticks on a table then: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both sticks are pointing at each other → it makes sense to connect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one stick is pointing sideways → connecting them would look unnatural.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compares: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direction of neurite A, direction of neurite B and direction of the line between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calculates a value between: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 min = -1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(completely opposite)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          cos min = 0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(90° angle)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cos min = +1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(perfectly aligned)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1371600" y="5029200"/>
            <a:ext cx="228600" cy="137160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2057400" y="5029200"/>
            <a:ext cx="228600" cy="137160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5715000" y="5029200"/>
            <a:ext cx="228600" cy="137160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5943600" y="6400800"/>
            <a:ext cx="1600200" cy="228600"/>
          </a:xfrm>
          <a:prstGeom prst="leftArrow">
            <a:avLst>
              <a:gd name="adj1" fmla="val 50000"/>
              <a:gd name="adj2" fmla="val 175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9601200" y="5029200"/>
            <a:ext cx="228600" cy="4572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9601200" y="5715000"/>
            <a:ext cx="228600" cy="45720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1371960" y="5029200"/>
            <a:ext cx="228600" cy="137160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172200" y="511200"/>
            <a:ext cx="5486400" cy="118116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txBody>
          <a:bodyPr lIns="99000" rIns="99000" tIns="54000" bIns="54000" anchor="ctr">
            <a:spAutoFit/>
          </a:bodyPr>
          <a:p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</a:rPr>
              <a:t>This value is</a:t>
            </a: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</a:rPr>
              <a:t> called the cosine of the angle.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</a:rPr>
              <a:t>What cos_min does?</a:t>
            </a:r>
            <a:endParaRPr lang="en-US" sz="1400" b="1" u="none" strike="noStrike">
              <a:solidFill>
                <a:srgbClr val="3465a4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Only connect fragments if their alignment is at least this good.</a:t>
            </a:r>
            <a:endParaRPr lang="en-US" sz="1400" b="1" u="none" strike="noStrike">
              <a:solidFill>
                <a:srgbClr val="3465a4"/>
              </a:solidFill>
              <a:effectLst/>
              <a:uFillTx/>
              <a:latin typeface="Arial"/>
              <a:ea typeface="Microsoft YaHei"/>
            </a:endParaRPr>
          </a:p>
          <a:p>
            <a:endParaRPr lang="en-US" sz="1400" b="1" u="none" strike="noStrike">
              <a:solidFill>
                <a:srgbClr val="3465a4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-45360"/>
            <a:ext cx="1096524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minimum</a:t>
            </a:r>
            <a:endParaRPr lang="en-US" sz="4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"/>
          <p:cNvGraphicFramePr/>
          <p:nvPr/>
        </p:nvGraphicFramePr>
        <p:xfrm>
          <a:off x="183960" y="671760"/>
          <a:ext cx="5075280" cy="103860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0.6-0.8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-Only connect pieces that are very well aligned.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-May miss curved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“Only connect if they are almost in a straight line.”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0.2-0.3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-Connect curved or bending neurites.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-Helps fragmented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-Risk of connecting wrong things.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“Even if they bend a bit, it’s fine.”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7" name=""/>
          <p:cNvGraphicFramePr/>
          <p:nvPr/>
        </p:nvGraphicFramePr>
        <p:xfrm>
          <a:off x="6164640" y="4948560"/>
          <a:ext cx="5075280" cy="173124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Almost perfectly straight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Some bending allowed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Quite flexible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Anything goes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09480" y="-1080"/>
            <a:ext cx="10965240" cy="58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minimum fraction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228600" y="685800"/>
            <a:ext cx="11655360" cy="70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Is the path between them bright enough?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Now imagine drawing a line between two broken neurite ends.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That line passes through some pixels.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This parameter asks: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“Are most of those pixels bright like neurites?”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checks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: Fraction of pixels along the bridge path that are bright enough.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intensity_min_frac does?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says: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“Only connect if at least X% of the path looks like real neurite signal.”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09480" y="-45360"/>
            <a:ext cx="1096524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minimum 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fraction  </a:t>
            </a:r>
            <a:endParaRPr lang="en-US" sz="4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1" name=""/>
          <p:cNvGraphicFramePr/>
          <p:nvPr/>
        </p:nvGraphicFramePr>
        <p:xfrm>
          <a:off x="183960" y="671760"/>
          <a:ext cx="11017440" cy="5957640"/>
        </p:xfrm>
        <a:graphic>
          <a:graphicData uri="http://schemas.openxmlformats.org/drawingml/2006/table">
            <a:tbl>
              <a:tblPr/>
              <a:tblGrid>
                <a:gridCol w="3672000"/>
                <a:gridCol w="3672360"/>
                <a:gridCol w="3673080"/>
              </a:tblGrid>
              <a:tr h="60264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Microsoft YaHei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0.7-0.8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Only connect through bright regions.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fail if neurites are dim.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“The path must look very clearly like neurite.”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68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0.4-0.5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Works for faint neurites.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Bridges gaps in low signal.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connect through noisy background.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“It’s okay if only half the path looks bright.  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-1080"/>
            <a:ext cx="10965240" cy="58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Intensity_min_fract.VS.cos_min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228600" y="685800"/>
            <a:ext cx="11655360" cy="718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Big Difference Between Them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How They Work Together?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Connection is allowed only if: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pieces are pointing toward each other (cos_min)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path between them looks bright enough (intensity_min_frac)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So you get: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Geometric check + Intensity check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"/>
          <p:cNvGraphicFramePr/>
          <p:nvPr/>
        </p:nvGraphicFramePr>
        <p:xfrm>
          <a:off x="457200" y="1200960"/>
          <a:ext cx="10743840" cy="1496520"/>
        </p:xfrm>
        <a:graphic>
          <a:graphicData uri="http://schemas.openxmlformats.org/drawingml/2006/table">
            <a:tbl>
              <a:tblPr/>
              <a:tblGrid>
                <a:gridCol w="3580560"/>
                <a:gridCol w="3580560"/>
                <a:gridCol w="3582720"/>
              </a:tblGrid>
              <a:tr h="32796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Parameter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Checks WHAT?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Geometry (shape &amp; direction)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structure alignment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Signal (brightness along path)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image intensity quality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5" name=""/>
          <p:cNvSpPr txBox="1"/>
          <p:nvPr/>
        </p:nvSpPr>
        <p:spPr>
          <a:xfrm>
            <a:off x="6172200" y="4473360"/>
            <a:ext cx="4876920" cy="215604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txBody>
          <a:bodyPr lIns="99000" rIns="99000" tIns="54000" bIns="54000" anchor="t">
            <a:spAutoFit/>
          </a:bodyPr>
          <a:p>
            <a:r>
              <a:rPr lang="en-US" sz="18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Summary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cos_min: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Are they pointing at each other?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intensity_min_frac: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Does the connection path actually look like neurite?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-1080"/>
            <a:ext cx="10965240" cy="58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Intensity_min_fract.VS.cos_min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28600" y="685800"/>
            <a:ext cx="11655360" cy="275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Examples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"/>
          <p:cNvGraphicFramePr/>
          <p:nvPr/>
        </p:nvGraphicFramePr>
        <p:xfrm>
          <a:off x="2107080" y="713520"/>
          <a:ext cx="8686800" cy="930240"/>
        </p:xfrm>
        <a:graphic>
          <a:graphicData uri="http://schemas.openxmlformats.org/drawingml/2006/table">
            <a:tbl>
              <a:tblPr/>
              <a:tblGrid>
                <a:gridCol w="2894760"/>
                <a:gridCol w="2894760"/>
                <a:gridCol w="2897280"/>
              </a:tblGrid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INTESITY_MIN_FRACT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Very straight and bright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0.5–0.6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Curved and dim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0.2–0.3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0.4–0.5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99" name=""/>
          <p:cNvPicPr/>
          <p:nvPr/>
        </p:nvPicPr>
        <p:blipFill>
          <a:blip r:embed="rId1"/>
          <a:stretch/>
        </p:blipFill>
        <p:spPr>
          <a:xfrm>
            <a:off x="3061440" y="1888200"/>
            <a:ext cx="6768360" cy="451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228600" y="685800"/>
            <a:ext cx="11655360" cy="75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A) Intensity-aware bridging(straight bridge + intensity check)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Try to connect two nearby neurite endpoints with a candidate line/tube, only keep the bridge if most of the path stays bright (neurite-like) or reject bridges that pass through dark/background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pixels along that line are mostly bright (neurite-like) → accept the bridge.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line goes through dark background → reject it.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B) Shortest-path stitching in an intensity cost map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Instead of a straight line, search for a path between endpoints in a small region, make bright pixels “cheap” to pass and dark pixels “expensive.”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a low-cost (bright-following) path exists, connect along it and helps follow curved neurites and avoids dark gaps.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Then ask: Is there a low-cost path between the two endpoints inside a small box?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yes → connect along that curved path.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only possible path goes through dark pixels (high cost) → don’t connect.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 txBox="1"/>
          <p:nvPr/>
        </p:nvSpPr>
        <p:spPr>
          <a:xfrm>
            <a:off x="609840" y="-720"/>
            <a:ext cx="10965240" cy="58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-1080"/>
            <a:ext cx="10965240" cy="58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228600" y="685800"/>
            <a:ext cx="11655360" cy="75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A) Intensity-aware bridging(straight bridge + intensity check)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Try to connect two nearby neurite endpoints with a candidate line/tube, only keep the bridge if most of the path stays bright (neurite-like) or reject bridges that pass through dark/background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pixels along that line are mostly bright (neurite-like) → accept the bridge.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line goes through dark background → reject it.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B) Shortest-path stitching in an intensity cost map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Instead of a straight line, search for a path between endpoints in a small region, make bright pixels “cheap” to pass and dark pixels “expensive.”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a low-cost (bright-following) path exists, connect along it and helps follow curved neurites and avoids dark gaps.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Then ask: Is there a low-cost path between the two endpoints inside a small box?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yes → connect along that curved path.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only possible path goes through dark pixels (high cost) → don’t connect.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"/>
          <p:cNvSpPr/>
          <p:nvPr/>
        </p:nvSpPr>
        <p:spPr>
          <a:xfrm>
            <a:off x="914400" y="914400"/>
            <a:ext cx="100551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6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Add new layers to filter per cells ID and lysosomes ID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5"/>
          <p:cNvSpPr/>
          <p:nvPr/>
        </p:nvSpPr>
        <p:spPr>
          <a:xfrm>
            <a:off x="609480" y="235800"/>
            <a:ext cx="109652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VIEWER LAYERS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9360" y="72000"/>
            <a:ext cx="10965240" cy="634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FILES: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scan_40A_UAS-TMEM-HA_axon_0h_again_2_051222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scan_40A_UAS-TMEM-HA_axon_0h_again_3_051222</a:t>
            </a:r>
            <a:br>
              <a:rPr sz="3200"/>
            </a:br>
            <a:br>
              <a:rPr sz="3200"/>
            </a:br>
            <a:br>
              <a:rPr sz="3200"/>
            </a:b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141120"/>
            <a:ext cx="2589480" cy="67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s 104"/>
          <p:cNvSpPr/>
          <p:nvPr/>
        </p:nvSpPr>
        <p:spPr>
          <a:xfrm>
            <a:off x="0" y="1143000"/>
            <a:ext cx="2509920" cy="5253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140400"/>
            <a:ext cx="10965240" cy="67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108"/>
          <p:cNvPicPr/>
          <p:nvPr/>
        </p:nvPicPr>
        <p:blipFill>
          <a:blip r:embed="rId1"/>
          <a:stretch/>
        </p:blipFill>
        <p:spPr>
          <a:xfrm>
            <a:off x="457200" y="914400"/>
            <a:ext cx="4959720" cy="525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1" name="Picture 109"/>
          <p:cNvPicPr/>
          <p:nvPr/>
        </p:nvPicPr>
        <p:blipFill>
          <a:blip r:embed="rId2"/>
          <a:stretch/>
        </p:blipFill>
        <p:spPr>
          <a:xfrm>
            <a:off x="5718600" y="951840"/>
            <a:ext cx="4338720" cy="522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09480" y="140400"/>
            <a:ext cx="10965240" cy="67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s 111"/>
          <p:cNvSpPr/>
          <p:nvPr/>
        </p:nvSpPr>
        <p:spPr>
          <a:xfrm>
            <a:off x="360" y="1143360"/>
            <a:ext cx="2509920" cy="5253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09480" y="140400"/>
            <a:ext cx="10965240" cy="67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Picture 115"/>
          <p:cNvPicPr/>
          <p:nvPr/>
        </p:nvPicPr>
        <p:blipFill>
          <a:blip r:embed="rId1"/>
          <a:stretch/>
        </p:blipFill>
        <p:spPr>
          <a:xfrm>
            <a:off x="475920" y="914400"/>
            <a:ext cx="5234400" cy="546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Picture 116"/>
          <p:cNvPicPr/>
          <p:nvPr/>
        </p:nvPicPr>
        <p:blipFill>
          <a:blip r:embed="rId2"/>
          <a:stretch/>
        </p:blipFill>
        <p:spPr>
          <a:xfrm>
            <a:off x="5943600" y="914400"/>
            <a:ext cx="4826160" cy="5481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1126</TotalTime>
  <Application>LibreOffice/25.8.4.2$Windows_X86_64 LibreOffice_project/290daaa01b999472f0c7a3890eb6a550fd74c6df</Application>
  <AppVersion>15.0000</AppVersion>
  <Words>3518</Words>
  <Paragraphs>166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2026-02-17T15:30:52Z</dcterms:modified>
  <cp:revision>1020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01A98073925847589F8FCE52CF4D9B10_13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15</vt:i4>
  </property>
</Properties>
</file>