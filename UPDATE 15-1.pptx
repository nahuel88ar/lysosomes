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7559675" cy="106914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680" cy="68565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8839080" y="190440"/>
            <a:ext cx="2741760" cy="5935680"/>
          </a:xfrm>
          <a:prstGeom prst="rect">
            <a:avLst/>
          </a:prstGeom>
          <a:noFill/>
          <a:ln w="9360">
            <a:noFill/>
          </a:ln>
        </p:spPr>
        <p:txBody>
          <a:bodyPr vert="eaVert" lIns="45000" tIns="90000" rIns="45000" bIns="90000" anchor="ctr">
            <a:noAutofit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  <a:ea typeface="SimSun" panose="02010600030101010101" pitchFamily="2" charset="-122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609480" y="190440"/>
            <a:ext cx="8025120" cy="5935680"/>
          </a:xfrm>
          <a:prstGeom prst="rect">
            <a:avLst/>
          </a:prstGeom>
          <a:noFill/>
          <a:ln w="9360">
            <a:noFill/>
          </a:ln>
        </p:spPr>
        <p:txBody>
          <a:bodyPr vert="eaVert" lIns="45000" tIns="90000" rIns="45000" bIns="90000" anchor="t">
            <a:noAutofit/>
          </a:bodyPr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Symbol" panose="05050102010706020507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  <a:ea typeface="SimSun" panose="02010600030101010101" pitchFamily="2" charset="-122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rgbClr val="000000"/>
              </a:buClr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  <a:ea typeface="SimSun" panose="02010600030101010101" pitchFamily="2" charset="-122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143000" lvl="2" indent="-2286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Symbol" panose="05050102010706020507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  <a:ea typeface="SimSun" panose="02010600030101010101" pitchFamily="2" charset="-122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  <a:ea typeface="SimSun" panose="02010600030101010101" pitchFamily="2" charset="-122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 panose="05010000000000000000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  <a:ea typeface="SimSun" panose="02010600030101010101" pitchFamily="2" charset="-122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dt" idx="1"/>
          </p:nvPr>
        </p:nvSpPr>
        <p:spPr>
          <a:xfrm>
            <a:off x="609480" y="6245280"/>
            <a:ext cx="2843280" cy="47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ftr" idx="2"/>
          </p:nvPr>
        </p:nvSpPr>
        <p:spPr>
          <a:xfrm>
            <a:off x="4165560" y="6245280"/>
            <a:ext cx="3859200" cy="47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sldNum" idx="3"/>
          </p:nvPr>
        </p:nvSpPr>
        <p:spPr>
          <a:xfrm>
            <a:off x="8737560" y="6245280"/>
            <a:ext cx="2843280" cy="47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0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680" cy="68565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71360" cy="58104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  <a:ea typeface="SimSun" panose="02010600030101010101" pitchFamily="2" charset="-122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09480" y="1174680"/>
            <a:ext cx="10971360" cy="495144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Symbol" panose="05050102010706020507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  <a:ea typeface="SimSun" panose="02010600030101010101" pitchFamily="2" charset="-122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rgbClr val="000000"/>
              </a:buClr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  <a:ea typeface="SimSun" panose="02010600030101010101" pitchFamily="2" charset="-122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143000" lvl="2" indent="-2286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Symbol" panose="05050102010706020507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  <a:ea typeface="SimSun" panose="02010600030101010101" pitchFamily="2" charset="-122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  <a:ea typeface="SimSun" panose="02010600030101010101" pitchFamily="2" charset="-122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 panose="05010000000000000000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  <a:ea typeface="SimSun" panose="02010600030101010101" pitchFamily="2" charset="-122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4"/>
          </p:nvPr>
        </p:nvSpPr>
        <p:spPr>
          <a:xfrm>
            <a:off x="609480" y="6245280"/>
            <a:ext cx="2843280" cy="47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5"/>
          </p:nvPr>
        </p:nvSpPr>
        <p:spPr>
          <a:xfrm>
            <a:off x="4165560" y="6245280"/>
            <a:ext cx="3859200" cy="47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6"/>
          </p:nvPr>
        </p:nvSpPr>
        <p:spPr>
          <a:xfrm>
            <a:off x="8737560" y="6245280"/>
            <a:ext cx="2843280" cy="47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0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680" cy="68565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160" cy="285120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b">
            <a:noAutofit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  <a:ea typeface="SimSun" panose="02010600030101010101" pitchFamily="2" charset="-122"/>
              </a:rPr>
              <a:t>Click to edit Master title style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4160" cy="149868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p>
            <a:pPr indent="0">
              <a:lnSpc>
                <a:spcPct val="100000"/>
              </a:lnSpc>
              <a:spcBef>
                <a:spcPts val="480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  <a:ea typeface="SimSun" panose="02010600030101010101" pitchFamily="2" charset="-122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7"/>
          </p:nvPr>
        </p:nvSpPr>
        <p:spPr>
          <a:xfrm>
            <a:off x="609480" y="6245280"/>
            <a:ext cx="2843280" cy="47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8"/>
          </p:nvPr>
        </p:nvSpPr>
        <p:spPr>
          <a:xfrm>
            <a:off x="4165560" y="6245280"/>
            <a:ext cx="3859200" cy="47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9"/>
          </p:nvPr>
        </p:nvSpPr>
        <p:spPr>
          <a:xfrm>
            <a:off x="8737560" y="6245280"/>
            <a:ext cx="2843280" cy="47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0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680" cy="68565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71360" cy="58104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  <a:ea typeface="SimSun" panose="02010600030101010101" pitchFamily="2" charset="-122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609480" y="1174680"/>
            <a:ext cx="5383440" cy="495144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Symbol" panose="05050102010706020507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  <a:ea typeface="SimSun" panose="02010600030101010101" pitchFamily="2" charset="-122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rgbClr val="000000"/>
              </a:buClr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  <a:ea typeface="SimSun" panose="02010600030101010101" pitchFamily="2" charset="-122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143000" lvl="2" indent="-2286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Symbol" panose="05050102010706020507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  <a:ea typeface="SimSun" panose="02010600030101010101" pitchFamily="2" charset="-122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  <a:ea typeface="SimSun" panose="02010600030101010101" pitchFamily="2" charset="-122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 panose="05010000000000000000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  <a:ea typeface="SimSun" panose="02010600030101010101" pitchFamily="2" charset="-122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6197760" y="1174680"/>
            <a:ext cx="5383440" cy="495144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Symbol" panose="05050102010706020507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  <a:ea typeface="SimSun" panose="02010600030101010101" pitchFamily="2" charset="-122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rgbClr val="000000"/>
              </a:buClr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  <a:ea typeface="SimSun" panose="02010600030101010101" pitchFamily="2" charset="-122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143000" lvl="2" indent="-2286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Symbol" panose="05050102010706020507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  <a:ea typeface="SimSun" panose="02010600030101010101" pitchFamily="2" charset="-122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  <a:ea typeface="SimSun" panose="02010600030101010101" pitchFamily="2" charset="-122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 panose="05010000000000000000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  <a:ea typeface="SimSun" panose="02010600030101010101" pitchFamily="2" charset="-122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dt" idx="10"/>
          </p:nvPr>
        </p:nvSpPr>
        <p:spPr>
          <a:xfrm>
            <a:off x="609480" y="6245280"/>
            <a:ext cx="2843280" cy="47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ftr" idx="11"/>
          </p:nvPr>
        </p:nvSpPr>
        <p:spPr>
          <a:xfrm>
            <a:off x="4165560" y="6245280"/>
            <a:ext cx="3859200" cy="47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6" name="PlaceHolder 6"/>
          <p:cNvSpPr>
            <a:spLocks noGrp="1"/>
          </p:cNvSpPr>
          <p:nvPr>
            <p:ph type="sldNum" idx="12"/>
          </p:nvPr>
        </p:nvSpPr>
        <p:spPr>
          <a:xfrm>
            <a:off x="8737560" y="6245280"/>
            <a:ext cx="2843280" cy="47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10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680" cy="68565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840240" y="365040"/>
            <a:ext cx="10514160" cy="132408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  <a:ea typeface="SimSun" panose="02010600030101010101" pitchFamily="2" charset="-122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840240" y="1681200"/>
            <a:ext cx="5157000" cy="82260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b">
            <a:noAutofit/>
          </a:bodyPr>
          <a:p>
            <a:pPr indent="0">
              <a:lnSpc>
                <a:spcPct val="100000"/>
              </a:lnSpc>
              <a:spcBef>
                <a:spcPts val="480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  <a:ea typeface="SimSun" panose="02010600030101010101" pitchFamily="2" charset="-122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840240" y="2505240"/>
            <a:ext cx="5157000" cy="36831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Symbol" panose="05050102010706020507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  <a:ea typeface="SimSun" panose="02010600030101010101" pitchFamily="2" charset="-122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rgbClr val="000000"/>
              </a:buClr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  <a:ea typeface="SimSun" panose="02010600030101010101" pitchFamily="2" charset="-122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143000" lvl="2" indent="-2286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Symbol" panose="05050102010706020507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  <a:ea typeface="SimSun" panose="02010600030101010101" pitchFamily="2" charset="-122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  <a:ea typeface="SimSun" panose="02010600030101010101" pitchFamily="2" charset="-122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 panose="05010000000000000000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  <a:ea typeface="SimSun" panose="02010600030101010101" pitchFamily="2" charset="-122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200" cy="82260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b">
            <a:noAutofit/>
          </a:bodyPr>
          <a:p>
            <a:pPr indent="0">
              <a:lnSpc>
                <a:spcPct val="100000"/>
              </a:lnSpc>
              <a:spcBef>
                <a:spcPts val="480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  <a:ea typeface="SimSun" panose="02010600030101010101" pitchFamily="2" charset="-122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200" cy="36831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Symbol" panose="05050102010706020507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  <a:ea typeface="SimSun" panose="02010600030101010101" pitchFamily="2" charset="-122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rgbClr val="000000"/>
              </a:buClr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  <a:ea typeface="SimSun" panose="02010600030101010101" pitchFamily="2" charset="-122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143000" lvl="2" indent="-2286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Symbol" panose="05050102010706020507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  <a:ea typeface="SimSun" panose="02010600030101010101" pitchFamily="2" charset="-122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  <a:ea typeface="SimSun" panose="02010600030101010101" pitchFamily="2" charset="-122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 panose="05010000000000000000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  <a:ea typeface="SimSun" panose="02010600030101010101" pitchFamily="2" charset="-122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dt" idx="13"/>
          </p:nvPr>
        </p:nvSpPr>
        <p:spPr>
          <a:xfrm>
            <a:off x="609480" y="6245280"/>
            <a:ext cx="2843280" cy="47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4" name="PlaceHolder 7"/>
          <p:cNvSpPr>
            <a:spLocks noGrp="1"/>
          </p:cNvSpPr>
          <p:nvPr>
            <p:ph type="ftr" idx="14"/>
          </p:nvPr>
        </p:nvSpPr>
        <p:spPr>
          <a:xfrm>
            <a:off x="4165560" y="6245280"/>
            <a:ext cx="3859200" cy="47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5" name="PlaceHolder 8"/>
          <p:cNvSpPr>
            <a:spLocks noGrp="1"/>
          </p:cNvSpPr>
          <p:nvPr>
            <p:ph type="sldNum" idx="15"/>
          </p:nvPr>
        </p:nvSpPr>
        <p:spPr>
          <a:xfrm>
            <a:off x="8737560" y="6245280"/>
            <a:ext cx="2843280" cy="47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10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680" cy="68565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71360" cy="58104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  <a:ea typeface="SimSun" panose="02010600030101010101" pitchFamily="2" charset="-122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dt" idx="16"/>
          </p:nvPr>
        </p:nvSpPr>
        <p:spPr>
          <a:xfrm>
            <a:off x="609480" y="6245280"/>
            <a:ext cx="2843280" cy="47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ftr" idx="17"/>
          </p:nvPr>
        </p:nvSpPr>
        <p:spPr>
          <a:xfrm>
            <a:off x="4165560" y="6245280"/>
            <a:ext cx="3859200" cy="47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sldNum" idx="18"/>
          </p:nvPr>
        </p:nvSpPr>
        <p:spPr>
          <a:xfrm>
            <a:off x="8737560" y="6245280"/>
            <a:ext cx="2843280" cy="47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10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680" cy="68565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2" name="PlaceHolder 1"/>
          <p:cNvSpPr>
            <a:spLocks noGrp="1"/>
          </p:cNvSpPr>
          <p:nvPr>
            <p:ph type="dt" idx="19"/>
          </p:nvPr>
        </p:nvSpPr>
        <p:spPr>
          <a:xfrm>
            <a:off x="609480" y="6245280"/>
            <a:ext cx="2843280" cy="47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0"/>
          </p:nvPr>
        </p:nvSpPr>
        <p:spPr>
          <a:xfrm>
            <a:off x="4165560" y="6245280"/>
            <a:ext cx="3859200" cy="47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21"/>
          </p:nvPr>
        </p:nvSpPr>
        <p:spPr>
          <a:xfrm>
            <a:off x="8737560" y="6245280"/>
            <a:ext cx="2843280" cy="47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10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680" cy="68565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40240" y="457200"/>
            <a:ext cx="3931200" cy="15987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b">
            <a:noAutofit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  <a:ea typeface="SimSun" panose="02010600030101010101" pitchFamily="2" charset="-122"/>
              </a:rPr>
              <a:t>Click to edit Master title style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5183640" y="987480"/>
            <a:ext cx="6170760" cy="487224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Symbol" panose="05050102010706020507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  <a:ea typeface="SimSun" panose="02010600030101010101" pitchFamily="2" charset="-122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rgbClr val="000000"/>
              </a:buClr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  <a:ea typeface="SimSun" panose="02010600030101010101" pitchFamily="2" charset="-122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143000" lvl="2" indent="-2286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Symbol" panose="05050102010706020507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  <a:ea typeface="SimSun" panose="02010600030101010101" pitchFamily="2" charset="-122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  <a:ea typeface="SimSun" panose="02010600030101010101" pitchFamily="2" charset="-122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 panose="05010000000000000000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  <a:ea typeface="SimSun" panose="02010600030101010101" pitchFamily="2" charset="-122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840240" y="2057400"/>
            <a:ext cx="3931200" cy="381024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p>
            <a:pPr indent="0"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  <a:ea typeface="SimSun" panose="02010600030101010101" pitchFamily="2" charset="-122"/>
              </a:rPr>
              <a:t>Click to edit Master text styles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dt" idx="22"/>
          </p:nvPr>
        </p:nvSpPr>
        <p:spPr>
          <a:xfrm>
            <a:off x="609480" y="6245280"/>
            <a:ext cx="2843280" cy="47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ftr" idx="23"/>
          </p:nvPr>
        </p:nvSpPr>
        <p:spPr>
          <a:xfrm>
            <a:off x="4165560" y="6245280"/>
            <a:ext cx="3859200" cy="47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1" name="PlaceHolder 6"/>
          <p:cNvSpPr>
            <a:spLocks noGrp="1"/>
          </p:cNvSpPr>
          <p:nvPr>
            <p:ph type="sldNum" idx="24"/>
          </p:nvPr>
        </p:nvSpPr>
        <p:spPr>
          <a:xfrm>
            <a:off x="8737560" y="6245280"/>
            <a:ext cx="2843280" cy="47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10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680" cy="68565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40240" y="457200"/>
            <a:ext cx="3931200" cy="15987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b">
            <a:noAutofit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  <a:ea typeface="SimSun" panose="02010600030101010101" pitchFamily="2" charset="-122"/>
              </a:rPr>
              <a:t>Click to edit Master title style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 hasCustomPrompt="1"/>
          </p:nvPr>
        </p:nvSpPr>
        <p:spPr>
          <a:xfrm>
            <a:off x="5183640" y="987480"/>
            <a:ext cx="6170760" cy="4872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p>
            <a:pPr marL="431800" indent="-323850">
              <a:lnSpc>
                <a:spcPct val="100000"/>
              </a:lnSpc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lnSpc>
                <a:spcPct val="100000"/>
              </a:lnSpc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lnSpc>
                <a:spcPct val="100000"/>
              </a:lnSpc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lnSpc>
                <a:spcPct val="10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lnSpc>
                <a:spcPct val="10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lnSpc>
                <a:spcPct val="10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840240" y="2057400"/>
            <a:ext cx="3931200" cy="381024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p>
            <a:pPr indent="0"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  <a:ea typeface="SimSun" panose="02010600030101010101" pitchFamily="2" charset="-122"/>
              </a:rPr>
              <a:t>Click to edit Master text styles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25"/>
          </p:nvPr>
        </p:nvSpPr>
        <p:spPr>
          <a:xfrm>
            <a:off x="609480" y="6245280"/>
            <a:ext cx="2843280" cy="47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26"/>
          </p:nvPr>
        </p:nvSpPr>
        <p:spPr>
          <a:xfrm>
            <a:off x="4165560" y="6245280"/>
            <a:ext cx="3859200" cy="47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27"/>
          </p:nvPr>
        </p:nvSpPr>
        <p:spPr>
          <a:xfrm>
            <a:off x="8737560" y="6245280"/>
            <a:ext cx="2843280" cy="47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Picture 10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680" cy="685656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0" name="Picture 3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0680" cy="68565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24240" y="3718080"/>
            <a:ext cx="10941840" cy="108108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  <a:ea typeface="SimSun" panose="02010600030101010101" pitchFamily="2" charset="-122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dt" idx="28"/>
          </p:nvPr>
        </p:nvSpPr>
        <p:spPr>
          <a:xfrm>
            <a:off x="609480" y="6245280"/>
            <a:ext cx="2843280" cy="47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ftr" idx="29"/>
          </p:nvPr>
        </p:nvSpPr>
        <p:spPr>
          <a:xfrm>
            <a:off x="4165560" y="6245280"/>
            <a:ext cx="3859200" cy="47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sldNum" idx="30"/>
          </p:nvPr>
        </p:nvSpPr>
        <p:spPr>
          <a:xfrm>
            <a:off x="8737560" y="6245280"/>
            <a:ext cx="2843280" cy="47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Picture 10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680" cy="68565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71360" cy="58104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  <a:ea typeface="SimSun" panose="02010600030101010101" pitchFamily="2" charset="-122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609480" y="1174680"/>
            <a:ext cx="10971360" cy="4951440"/>
          </a:xfrm>
          <a:prstGeom prst="rect">
            <a:avLst/>
          </a:prstGeom>
          <a:noFill/>
          <a:ln w="9360">
            <a:noFill/>
          </a:ln>
        </p:spPr>
        <p:txBody>
          <a:bodyPr vert="eaVert" lIns="45000" tIns="90000" rIns="45000" bIns="90000" anchor="t">
            <a:noAutofit/>
          </a:bodyPr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Symbol" panose="05050102010706020507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  <a:ea typeface="SimSun" panose="02010600030101010101" pitchFamily="2" charset="-122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rgbClr val="000000"/>
              </a:buClr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  <a:ea typeface="SimSun" panose="02010600030101010101" pitchFamily="2" charset="-122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143000" lvl="2" indent="-2286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Symbol" panose="05050102010706020507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  <a:ea typeface="SimSun" panose="02010600030101010101" pitchFamily="2" charset="-122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  <a:ea typeface="SimSun" panose="02010600030101010101" pitchFamily="2" charset="-122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 panose="05010000000000000000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  <a:ea typeface="SimSun" panose="02010600030101010101" pitchFamily="2" charset="-122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dt" idx="31"/>
          </p:nvPr>
        </p:nvSpPr>
        <p:spPr>
          <a:xfrm>
            <a:off x="609480" y="6245280"/>
            <a:ext cx="2843280" cy="47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ftr" idx="32"/>
          </p:nvPr>
        </p:nvSpPr>
        <p:spPr>
          <a:xfrm>
            <a:off x="4165560" y="6245280"/>
            <a:ext cx="3859200" cy="47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sldNum" idx="33"/>
          </p:nvPr>
        </p:nvSpPr>
        <p:spPr>
          <a:xfrm>
            <a:off x="8737560" y="6245280"/>
            <a:ext cx="2843280" cy="47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26.png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48.png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subTitle"/>
          </p:nvPr>
        </p:nvSpPr>
        <p:spPr>
          <a:xfrm>
            <a:off x="734760" y="1720800"/>
            <a:ext cx="10337040" cy="28990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anchor="t">
            <a:noAutofit/>
          </a:bodyPr>
          <a:p>
            <a:pPr algn="ctr">
              <a:lnSpc>
                <a:spcPct val="100000"/>
              </a:lnSpc>
              <a:spcBef>
                <a:spcPts val="860"/>
              </a:spcBef>
              <a:tabLst>
                <a:tab pos="0" algn="l"/>
              </a:tabLst>
            </a:pPr>
            <a:r>
              <a:rPr lang="en-US" sz="4300" b="1" i="1" u="none" strike="noStrike">
                <a:solidFill>
                  <a:srgbClr val="C00000"/>
                </a:solidFill>
                <a:effectLst/>
                <a:uFillTx/>
                <a:latin typeface="Arial" panose="020B0604020202020204"/>
                <a:ea typeface="SimSun" panose="02010600030101010101" pitchFamily="2" charset="-122"/>
              </a:rPr>
              <a:t>3D Image Segmentation and Quantification of Lysosomes</a:t>
            </a:r>
            <a:endParaRPr lang="en-US" sz="43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algn="ctr">
              <a:lnSpc>
                <a:spcPct val="100000"/>
              </a:lnSpc>
              <a:spcBef>
                <a:spcPts val="860"/>
              </a:spcBef>
              <a:tabLst>
                <a:tab pos="0" algn="l"/>
              </a:tabLst>
            </a:pPr>
            <a:r>
              <a:rPr lang="en-US" sz="4300" b="1" i="1" u="none" strike="noStrike">
                <a:solidFill>
                  <a:srgbClr val="C00000"/>
                </a:solidFill>
                <a:effectLst/>
                <a:uFillTx/>
                <a:latin typeface="Arial" panose="020B0604020202020204"/>
                <a:ea typeface="SimSun" panose="02010600030101010101" pitchFamily="2" charset="-122"/>
              </a:rPr>
              <a:t>15/1/2025</a:t>
            </a:r>
            <a:endParaRPr lang="en-US" sz="43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algn="ctr">
              <a:lnSpc>
                <a:spcPct val="100000"/>
              </a:lnSpc>
              <a:spcBef>
                <a:spcPts val="860"/>
              </a:spcBef>
              <a:tabLst>
                <a:tab pos="0" algn="l"/>
              </a:tabLst>
            </a:pPr>
            <a:endParaRPr lang="en-US" sz="43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143000" y="2743200"/>
            <a:ext cx="10971360" cy="7606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anchor="ctr">
            <a:noAutofit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rgbClr val="FF0000"/>
                </a:solidFill>
                <a:effectLst/>
                <a:uFillTx/>
                <a:latin typeface="Arial" panose="020B0604020202020204"/>
                <a:ea typeface="SimSun" panose="02010600030101010101" pitchFamily="2" charset="-122"/>
              </a:rPr>
              <a:t>PLOTS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72"/>
          <p:cNvPicPr/>
          <p:nvPr/>
        </p:nvPicPr>
        <p:blipFill>
          <a:blip r:embed="rId1"/>
          <a:stretch>
            <a:fillRect/>
          </a:stretch>
        </p:blipFill>
        <p:spPr>
          <a:xfrm>
            <a:off x="228600" y="685800"/>
            <a:ext cx="4488120" cy="274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Rectangles 73"/>
          <p:cNvSpPr/>
          <p:nvPr/>
        </p:nvSpPr>
        <p:spPr>
          <a:xfrm>
            <a:off x="228600" y="228600"/>
            <a:ext cx="159948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SimSun" panose="02010600030101010101" pitchFamily="2" charset="-122"/>
              </a:rPr>
              <a:t>L3 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pic>
        <p:nvPicPr>
          <p:cNvPr id="75" name="Picture 74"/>
          <p:cNvPicPr/>
          <p:nvPr/>
        </p:nvPicPr>
        <p:blipFill>
          <a:blip r:embed="rId2"/>
          <a:stretch>
            <a:fillRect/>
          </a:stretch>
        </p:blipFill>
        <p:spPr>
          <a:xfrm>
            <a:off x="6400800" y="228600"/>
            <a:ext cx="4114080" cy="2513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Rectangles 75"/>
          <p:cNvSpPr/>
          <p:nvPr/>
        </p:nvSpPr>
        <p:spPr>
          <a:xfrm>
            <a:off x="5486400" y="228600"/>
            <a:ext cx="159948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SimSun" panose="02010600030101010101" pitchFamily="2" charset="-122"/>
              </a:rPr>
              <a:t>L3 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pic>
        <p:nvPicPr>
          <p:cNvPr id="77" name="Picture 76"/>
          <p:cNvPicPr/>
          <p:nvPr/>
        </p:nvPicPr>
        <p:blipFill>
          <a:blip r:embed="rId3"/>
          <a:stretch>
            <a:fillRect/>
          </a:stretch>
        </p:blipFill>
        <p:spPr>
          <a:xfrm>
            <a:off x="6629400" y="2971800"/>
            <a:ext cx="4537080" cy="2772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Rectangles 77"/>
          <p:cNvSpPr/>
          <p:nvPr/>
        </p:nvSpPr>
        <p:spPr>
          <a:xfrm>
            <a:off x="4572000" y="3657600"/>
            <a:ext cx="159948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SimSun" panose="02010600030101010101" pitchFamily="2" charset="-122"/>
              </a:rPr>
              <a:t>L3 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78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1600200"/>
            <a:ext cx="5908680" cy="361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0" name="Picture 79"/>
          <p:cNvPicPr/>
          <p:nvPr/>
        </p:nvPicPr>
        <p:blipFill>
          <a:blip r:embed="rId2"/>
          <a:stretch>
            <a:fillRect/>
          </a:stretch>
        </p:blipFill>
        <p:spPr>
          <a:xfrm>
            <a:off x="6400800" y="1557720"/>
            <a:ext cx="5790600" cy="353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" name="Rectangles 80"/>
          <p:cNvSpPr/>
          <p:nvPr/>
        </p:nvSpPr>
        <p:spPr>
          <a:xfrm>
            <a:off x="2057400" y="914400"/>
            <a:ext cx="159948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SimSun" panose="02010600030101010101" pitchFamily="2" charset="-122"/>
              </a:rPr>
              <a:t> OH 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82" name="Rectangles 81"/>
          <p:cNvSpPr/>
          <p:nvPr/>
        </p:nvSpPr>
        <p:spPr>
          <a:xfrm>
            <a:off x="8458200" y="914400"/>
            <a:ext cx="159948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SimSun" panose="02010600030101010101" pitchFamily="2" charset="-122"/>
              </a:rPr>
              <a:t> OH 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Picture 82"/>
          <p:cNvPicPr/>
          <p:nvPr/>
        </p:nvPicPr>
        <p:blipFill>
          <a:blip r:embed="rId1"/>
          <a:stretch>
            <a:fillRect/>
          </a:stretch>
        </p:blipFill>
        <p:spPr>
          <a:xfrm>
            <a:off x="34200" y="1278360"/>
            <a:ext cx="6137280" cy="375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4" name="Picture 83"/>
          <p:cNvPicPr/>
          <p:nvPr/>
        </p:nvPicPr>
        <p:blipFill>
          <a:blip r:embed="rId2"/>
          <a:stretch>
            <a:fillRect/>
          </a:stretch>
        </p:blipFill>
        <p:spPr>
          <a:xfrm>
            <a:off x="6491520" y="1363680"/>
            <a:ext cx="5623560" cy="3436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Rectangles 84"/>
          <p:cNvSpPr/>
          <p:nvPr/>
        </p:nvSpPr>
        <p:spPr>
          <a:xfrm>
            <a:off x="2286000" y="685800"/>
            <a:ext cx="159948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SimSun" panose="02010600030101010101" pitchFamily="2" charset="-122"/>
              </a:rPr>
              <a:t> 4H 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86" name="Rectangles 85"/>
          <p:cNvSpPr/>
          <p:nvPr/>
        </p:nvSpPr>
        <p:spPr>
          <a:xfrm>
            <a:off x="7543800" y="685800"/>
            <a:ext cx="159948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SimSun" panose="02010600030101010101" pitchFamily="2" charset="-122"/>
              </a:rPr>
              <a:t> 4H 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Picture 86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914400"/>
            <a:ext cx="5028480" cy="3072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8" name="Picture 87"/>
          <p:cNvPicPr/>
          <p:nvPr/>
        </p:nvPicPr>
        <p:blipFill>
          <a:blip r:embed="rId2"/>
          <a:stretch>
            <a:fillRect/>
          </a:stretch>
        </p:blipFill>
        <p:spPr>
          <a:xfrm>
            <a:off x="6193080" y="228600"/>
            <a:ext cx="5236200" cy="3199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9" name="Picture 88"/>
          <p:cNvPicPr/>
          <p:nvPr/>
        </p:nvPicPr>
        <p:blipFill>
          <a:blip r:embed="rId3"/>
          <a:stretch>
            <a:fillRect/>
          </a:stretch>
        </p:blipFill>
        <p:spPr>
          <a:xfrm>
            <a:off x="6206400" y="3208680"/>
            <a:ext cx="5222880" cy="319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Rectangles 89"/>
          <p:cNvSpPr/>
          <p:nvPr/>
        </p:nvSpPr>
        <p:spPr>
          <a:xfrm>
            <a:off x="685800" y="228600"/>
            <a:ext cx="159948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SimSun" panose="02010600030101010101" pitchFamily="2" charset="-122"/>
              </a:rPr>
              <a:t> 6H 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91" name="Rectangles 90"/>
          <p:cNvSpPr/>
          <p:nvPr/>
        </p:nvSpPr>
        <p:spPr>
          <a:xfrm>
            <a:off x="5257800" y="685800"/>
            <a:ext cx="159948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SimSun" panose="02010600030101010101" pitchFamily="2" charset="-122"/>
              </a:rPr>
              <a:t> 8H 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92" name="Rectangles 91"/>
          <p:cNvSpPr/>
          <p:nvPr/>
        </p:nvSpPr>
        <p:spPr>
          <a:xfrm>
            <a:off x="4343400" y="4800600"/>
            <a:ext cx="159948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SimSun" panose="02010600030101010101" pitchFamily="2" charset="-122"/>
              </a:rPr>
              <a:t> 8H 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Picture 92"/>
          <p:cNvPicPr/>
          <p:nvPr/>
        </p:nvPicPr>
        <p:blipFill>
          <a:blip r:embed="rId1"/>
          <a:stretch>
            <a:fillRect/>
          </a:stretch>
        </p:blipFill>
        <p:spPr>
          <a:xfrm>
            <a:off x="429120" y="1371600"/>
            <a:ext cx="5285160" cy="3229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Picture 93"/>
          <p:cNvPicPr/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610600" cy="342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Rectangles 94"/>
          <p:cNvSpPr/>
          <p:nvPr/>
        </p:nvSpPr>
        <p:spPr>
          <a:xfrm>
            <a:off x="2286360" y="685800"/>
            <a:ext cx="159948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SimSun" panose="02010600030101010101" pitchFamily="2" charset="-122"/>
              </a:rPr>
              <a:t> 18H 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96" name="Rectangles 95"/>
          <p:cNvSpPr/>
          <p:nvPr/>
        </p:nvSpPr>
        <p:spPr>
          <a:xfrm>
            <a:off x="7543800" y="685800"/>
            <a:ext cx="159948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SimSun" panose="02010600030101010101" pitchFamily="2" charset="-122"/>
              </a:rPr>
              <a:t> 18H 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457920" y="2574360"/>
            <a:ext cx="10971360" cy="62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 panose="020B0604020202020204"/>
              </a:rPr>
              <a:t>TUNING OF PARAMETERS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152280" y="189720"/>
            <a:ext cx="2133000" cy="58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IMAGE L3 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pic>
        <p:nvPicPr>
          <p:cNvPr id="99" name="Picture 98"/>
          <p:cNvPicPr/>
          <p:nvPr/>
        </p:nvPicPr>
        <p:blipFill>
          <a:blip r:embed="rId1"/>
          <a:stretch>
            <a:fillRect/>
          </a:stretch>
        </p:blipFill>
        <p:spPr>
          <a:xfrm>
            <a:off x="8978760" y="3421080"/>
            <a:ext cx="2907720" cy="2750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" name="Rectangles 99"/>
          <p:cNvSpPr/>
          <p:nvPr/>
        </p:nvSpPr>
        <p:spPr>
          <a:xfrm>
            <a:off x="2286000" y="83520"/>
            <a:ext cx="3885480" cy="601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SimSun" panose="02010600030101010101" pitchFamily="2" charset="-122"/>
              </a:rPr>
              <a:t>ERODE_MULT =1 THRESHOLDING=0.005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pic>
        <p:nvPicPr>
          <p:cNvPr id="101" name="Picture 100"/>
          <p:cNvPicPr/>
          <p:nvPr/>
        </p:nvPicPr>
        <p:blipFill>
          <a:blip r:embed="rId2"/>
          <a:stretch>
            <a:fillRect/>
          </a:stretch>
        </p:blipFill>
        <p:spPr>
          <a:xfrm>
            <a:off x="5715000" y="228600"/>
            <a:ext cx="2947320" cy="2971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2" name="Picture 101"/>
          <p:cNvPicPr/>
          <p:nvPr/>
        </p:nvPicPr>
        <p:blipFill>
          <a:blip r:embed="rId3"/>
          <a:stretch>
            <a:fillRect/>
          </a:stretch>
        </p:blipFill>
        <p:spPr>
          <a:xfrm>
            <a:off x="212040" y="728640"/>
            <a:ext cx="5058360" cy="4985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3" name="Picture 102"/>
          <p:cNvPicPr/>
          <p:nvPr/>
        </p:nvPicPr>
        <p:blipFill>
          <a:blip r:embed="rId4"/>
          <a:stretch>
            <a:fillRect/>
          </a:stretch>
        </p:blipFill>
        <p:spPr>
          <a:xfrm>
            <a:off x="8915400" y="228600"/>
            <a:ext cx="2957760" cy="2971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4" name="Picture 103"/>
          <p:cNvPicPr/>
          <p:nvPr/>
        </p:nvPicPr>
        <p:blipFill>
          <a:blip r:embed="rId5"/>
          <a:stretch>
            <a:fillRect/>
          </a:stretch>
        </p:blipFill>
        <p:spPr>
          <a:xfrm>
            <a:off x="5712840" y="3429000"/>
            <a:ext cx="2973240" cy="2750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Oval 104"/>
          <p:cNvSpPr/>
          <p:nvPr/>
        </p:nvSpPr>
        <p:spPr>
          <a:xfrm>
            <a:off x="2743200" y="2743200"/>
            <a:ext cx="227880" cy="22788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  <a:ea typeface="SimSun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609480" y="168120"/>
            <a:ext cx="10971360" cy="62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IMAGE L3 1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07" name="Rectangles 106"/>
          <p:cNvSpPr/>
          <p:nvPr/>
        </p:nvSpPr>
        <p:spPr>
          <a:xfrm>
            <a:off x="1447920" y="914400"/>
            <a:ext cx="3885480" cy="601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SimSun" panose="02010600030101010101" pitchFamily="2" charset="-122"/>
              </a:rPr>
              <a:t>ERODE_MULT =1 THRESHOLDING=0.005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pic>
        <p:nvPicPr>
          <p:cNvPr id="108" name="Picture 107"/>
          <p:cNvPicPr/>
          <p:nvPr/>
        </p:nvPicPr>
        <p:blipFill>
          <a:blip r:embed="rId1"/>
          <a:stretch>
            <a:fillRect/>
          </a:stretch>
        </p:blipFill>
        <p:spPr>
          <a:xfrm>
            <a:off x="2028960" y="1619280"/>
            <a:ext cx="2085120" cy="3180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Rectangles 108"/>
          <p:cNvSpPr/>
          <p:nvPr/>
        </p:nvSpPr>
        <p:spPr>
          <a:xfrm>
            <a:off x="4114800" y="914400"/>
            <a:ext cx="3885480" cy="601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SimSun" panose="02010600030101010101" pitchFamily="2" charset="-122"/>
              </a:rPr>
              <a:t>ERODE_MULT =2 THRESHOLDING=0.01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10" name="Rectangles 109"/>
          <p:cNvSpPr/>
          <p:nvPr/>
        </p:nvSpPr>
        <p:spPr>
          <a:xfrm>
            <a:off x="6858000" y="914400"/>
            <a:ext cx="3885480" cy="601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SimSun" panose="02010600030101010101" pitchFamily="2" charset="-122"/>
              </a:rPr>
              <a:t>ERODE_MULT =3 THRESHOLDING=0.015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11" name="Rectangles 110"/>
          <p:cNvSpPr/>
          <p:nvPr/>
        </p:nvSpPr>
        <p:spPr>
          <a:xfrm>
            <a:off x="9601200" y="915120"/>
            <a:ext cx="3885480" cy="601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SimSun" panose="02010600030101010101" pitchFamily="2" charset="-122"/>
              </a:rPr>
              <a:t>ERODE_MULT =4 THRESHOLDING=0.02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pic>
        <p:nvPicPr>
          <p:cNvPr id="112" name="Picture 111"/>
          <p:cNvPicPr/>
          <p:nvPr/>
        </p:nvPicPr>
        <p:blipFill>
          <a:blip r:embed="rId2"/>
          <a:stretch>
            <a:fillRect/>
          </a:stretch>
        </p:blipFill>
        <p:spPr>
          <a:xfrm>
            <a:off x="4343400" y="1600200"/>
            <a:ext cx="2192040" cy="3199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3" name="Picture 112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457200"/>
            <a:ext cx="1546200" cy="2513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" name="Oval 113"/>
          <p:cNvSpPr/>
          <p:nvPr/>
        </p:nvSpPr>
        <p:spPr>
          <a:xfrm>
            <a:off x="457200" y="0"/>
            <a:ext cx="456480" cy="45648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  <a:ea typeface="SimSun" panose="02010600030101010101" pitchFamily="2" charset="-122"/>
            </a:endParaRPr>
          </a:p>
        </p:txBody>
      </p:sp>
      <p:pic>
        <p:nvPicPr>
          <p:cNvPr id="115" name="Picture 114"/>
          <p:cNvPicPr/>
          <p:nvPr/>
        </p:nvPicPr>
        <p:blipFill>
          <a:blip r:embed="rId4"/>
          <a:stretch>
            <a:fillRect/>
          </a:stretch>
        </p:blipFill>
        <p:spPr>
          <a:xfrm>
            <a:off x="7086600" y="1600200"/>
            <a:ext cx="2071440" cy="3199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6" name="Picture 115"/>
          <p:cNvPicPr/>
          <p:nvPr/>
        </p:nvPicPr>
        <p:blipFill>
          <a:blip r:embed="rId5"/>
          <a:stretch>
            <a:fillRect/>
          </a:stretch>
        </p:blipFill>
        <p:spPr>
          <a:xfrm>
            <a:off x="0" y="3200400"/>
            <a:ext cx="1708560" cy="1828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7" name="Picture 116"/>
          <p:cNvPicPr/>
          <p:nvPr/>
        </p:nvPicPr>
        <p:blipFill>
          <a:blip r:embed="rId6"/>
          <a:stretch>
            <a:fillRect/>
          </a:stretch>
        </p:blipFill>
        <p:spPr>
          <a:xfrm>
            <a:off x="1828800" y="4993560"/>
            <a:ext cx="1608480" cy="1635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8" name="Picture 117"/>
          <p:cNvPicPr/>
          <p:nvPr/>
        </p:nvPicPr>
        <p:blipFill>
          <a:blip r:embed="rId7"/>
          <a:stretch>
            <a:fillRect/>
          </a:stretch>
        </p:blipFill>
        <p:spPr>
          <a:xfrm>
            <a:off x="9630000" y="1600200"/>
            <a:ext cx="1799280" cy="31910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609480" y="168120"/>
            <a:ext cx="10971360" cy="62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IMAGE L3 1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20" name="Rectangles 119"/>
          <p:cNvSpPr/>
          <p:nvPr/>
        </p:nvSpPr>
        <p:spPr>
          <a:xfrm>
            <a:off x="0" y="914400"/>
            <a:ext cx="3885480" cy="601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SimSun" panose="02010600030101010101" pitchFamily="2" charset="-122"/>
              </a:rPr>
              <a:t>ERODE_MULT =5 THRESHOLDING=0.025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pic>
        <p:nvPicPr>
          <p:cNvPr id="121" name="Picture 120"/>
          <p:cNvPicPr/>
          <p:nvPr/>
        </p:nvPicPr>
        <p:blipFill>
          <a:blip r:embed="rId1"/>
          <a:stretch>
            <a:fillRect/>
          </a:stretch>
        </p:blipFill>
        <p:spPr>
          <a:xfrm>
            <a:off x="390960" y="1562400"/>
            <a:ext cx="1903680" cy="1865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Rectangles 121"/>
          <p:cNvSpPr/>
          <p:nvPr/>
        </p:nvSpPr>
        <p:spPr>
          <a:xfrm>
            <a:off x="2743200" y="914400"/>
            <a:ext cx="3885480" cy="601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SimSun" panose="02010600030101010101" pitchFamily="2" charset="-122"/>
              </a:rPr>
              <a:t>ERODE_MULT =5 THRESHOLDING=0.03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23" name="Rectangles 122"/>
          <p:cNvSpPr/>
          <p:nvPr/>
        </p:nvSpPr>
        <p:spPr>
          <a:xfrm>
            <a:off x="228600" y="3741120"/>
            <a:ext cx="3885480" cy="601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F0000"/>
                </a:solidFill>
                <a:effectLst/>
                <a:uFillTx/>
                <a:latin typeface="Arial" panose="020B0604020202020204"/>
                <a:ea typeface="SimSun" panose="02010600030101010101" pitchFamily="2" charset="-122"/>
              </a:rPr>
              <a:t>ERODE_MULT =5 THRESHOLDING=0.035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pic>
        <p:nvPicPr>
          <p:cNvPr id="124" name="Picture 123"/>
          <p:cNvPicPr/>
          <p:nvPr/>
        </p:nvPicPr>
        <p:blipFill>
          <a:blip r:embed="rId2"/>
          <a:stretch>
            <a:fillRect/>
          </a:stretch>
        </p:blipFill>
        <p:spPr>
          <a:xfrm>
            <a:off x="2772000" y="1524240"/>
            <a:ext cx="1799280" cy="1919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5" name="Picture 124"/>
          <p:cNvPicPr/>
          <p:nvPr/>
        </p:nvPicPr>
        <p:blipFill>
          <a:blip r:embed="rId3"/>
          <a:stretch>
            <a:fillRect/>
          </a:stretch>
        </p:blipFill>
        <p:spPr>
          <a:xfrm>
            <a:off x="228600" y="4343400"/>
            <a:ext cx="2799360" cy="2466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6" name="Picture 125"/>
          <p:cNvPicPr/>
          <p:nvPr/>
        </p:nvPicPr>
        <p:blipFill>
          <a:blip r:embed="rId4"/>
          <a:stretch>
            <a:fillRect/>
          </a:stretch>
        </p:blipFill>
        <p:spPr>
          <a:xfrm>
            <a:off x="5252040" y="1996200"/>
            <a:ext cx="6799680" cy="394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" name="Right Arrow 126"/>
          <p:cNvSpPr/>
          <p:nvPr/>
        </p:nvSpPr>
        <p:spPr>
          <a:xfrm rot="20460000">
            <a:off x="3003550" y="4256405"/>
            <a:ext cx="5909945" cy="685165"/>
          </a:xfrm>
          <a:prstGeom prst="rightArrow">
            <a:avLst>
              <a:gd name="adj1" fmla="val 50000"/>
              <a:gd name="adj2" fmla="val 82774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  <a:ea typeface="SimSun" panose="02010600030101010101" pitchFamily="2" charset="-122"/>
            </a:endParaRPr>
          </a:p>
        </p:txBody>
      </p:sp>
      <p:pic>
        <p:nvPicPr>
          <p:cNvPr id="128" name="Picture 127"/>
          <p:cNvPicPr/>
          <p:nvPr/>
        </p:nvPicPr>
        <p:blipFill>
          <a:blip r:embed="rId5"/>
          <a:stretch>
            <a:fillRect/>
          </a:stretch>
        </p:blipFill>
        <p:spPr>
          <a:xfrm>
            <a:off x="3028680" y="5029200"/>
            <a:ext cx="2513880" cy="16678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2"/>
          <p:cNvSpPr txBox="1"/>
          <p:nvPr/>
        </p:nvSpPr>
        <p:spPr>
          <a:xfrm>
            <a:off x="0" y="103320"/>
            <a:ext cx="2133000" cy="58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IMAGE 4H 2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30" name="Rectangles 129"/>
          <p:cNvSpPr/>
          <p:nvPr/>
        </p:nvSpPr>
        <p:spPr>
          <a:xfrm>
            <a:off x="2058120" y="103320"/>
            <a:ext cx="388548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SimSun" panose="02010600030101010101" pitchFamily="2" charset="-122"/>
              </a:rPr>
              <a:t>ERODE_MULT =0 THRESHOLDING=0.001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pic>
        <p:nvPicPr>
          <p:cNvPr id="131" name="Picture 130"/>
          <p:cNvPicPr/>
          <p:nvPr/>
        </p:nvPicPr>
        <p:blipFill>
          <a:blip r:embed="rId1"/>
          <a:stretch>
            <a:fillRect/>
          </a:stretch>
        </p:blipFill>
        <p:spPr>
          <a:xfrm>
            <a:off x="228600" y="1357920"/>
            <a:ext cx="4557240" cy="458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2" name="Picture 131"/>
          <p:cNvPicPr/>
          <p:nvPr/>
        </p:nvPicPr>
        <p:blipFill>
          <a:blip r:embed="rId2"/>
          <a:stretch>
            <a:fillRect/>
          </a:stretch>
        </p:blipFill>
        <p:spPr>
          <a:xfrm>
            <a:off x="8915400" y="3402720"/>
            <a:ext cx="3316680" cy="3455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3" name="Picture 132"/>
          <p:cNvPicPr/>
          <p:nvPr/>
        </p:nvPicPr>
        <p:blipFill>
          <a:blip r:embed="rId3"/>
          <a:stretch>
            <a:fillRect/>
          </a:stretch>
        </p:blipFill>
        <p:spPr>
          <a:xfrm>
            <a:off x="8915400" y="23040"/>
            <a:ext cx="3276720" cy="3324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4" name="Picture 133"/>
          <p:cNvPicPr/>
          <p:nvPr/>
        </p:nvPicPr>
        <p:blipFill>
          <a:blip r:embed="rId4"/>
          <a:stretch>
            <a:fillRect/>
          </a:stretch>
        </p:blipFill>
        <p:spPr>
          <a:xfrm>
            <a:off x="5375880" y="3454920"/>
            <a:ext cx="3310920" cy="3403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5" name="Oval 134"/>
          <p:cNvSpPr/>
          <p:nvPr/>
        </p:nvSpPr>
        <p:spPr>
          <a:xfrm>
            <a:off x="1829435" y="5106035"/>
            <a:ext cx="415925" cy="37973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  <a:ea typeface="SimSun" panose="02010600030101010101" pitchFamily="2" charset="-122"/>
            </a:endParaRPr>
          </a:p>
        </p:txBody>
      </p:sp>
      <p:pic>
        <p:nvPicPr>
          <p:cNvPr id="136" name="Picture 135"/>
          <p:cNvPicPr/>
          <p:nvPr/>
        </p:nvPicPr>
        <p:blipFill>
          <a:blip r:embed="rId5"/>
          <a:stretch>
            <a:fillRect/>
          </a:stretch>
        </p:blipFill>
        <p:spPr>
          <a:xfrm>
            <a:off x="5486400" y="11520"/>
            <a:ext cx="3200400" cy="33984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4725000" y="0"/>
            <a:ext cx="2133000" cy="58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IMAGE 4H 2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38" name="Rectangles 137"/>
          <p:cNvSpPr/>
          <p:nvPr/>
        </p:nvSpPr>
        <p:spPr>
          <a:xfrm>
            <a:off x="7543800" y="228600"/>
            <a:ext cx="388548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SimSun" panose="02010600030101010101" pitchFamily="2" charset="-122"/>
              </a:rPr>
              <a:t>ERODE_MULT =0 THRESHOLDING=0.001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39" name="Rectangles 138"/>
          <p:cNvSpPr/>
          <p:nvPr/>
        </p:nvSpPr>
        <p:spPr>
          <a:xfrm>
            <a:off x="7544520" y="3019320"/>
            <a:ext cx="388548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SimSun" panose="02010600030101010101" pitchFamily="2" charset="-122"/>
              </a:rPr>
              <a:t>ERODE_MULT =1 THRESHOLDING=0.002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pic>
        <p:nvPicPr>
          <p:cNvPr id="140" name="Picture 139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933480"/>
            <a:ext cx="3000240" cy="2495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" name="Oval 140"/>
          <p:cNvSpPr/>
          <p:nvPr/>
        </p:nvSpPr>
        <p:spPr>
          <a:xfrm>
            <a:off x="1343660" y="360680"/>
            <a:ext cx="495935" cy="44831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  <a:ea typeface="SimSun" panose="02010600030101010101" pitchFamily="2" charset="-122"/>
            </a:endParaRPr>
          </a:p>
        </p:txBody>
      </p:sp>
      <p:pic>
        <p:nvPicPr>
          <p:cNvPr id="142" name="Picture 141"/>
          <p:cNvPicPr/>
          <p:nvPr/>
        </p:nvPicPr>
        <p:blipFill>
          <a:blip r:embed="rId2"/>
          <a:stretch>
            <a:fillRect/>
          </a:stretch>
        </p:blipFill>
        <p:spPr>
          <a:xfrm>
            <a:off x="1114200" y="3676680"/>
            <a:ext cx="4372200" cy="2952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3" name="Picture 142"/>
          <p:cNvPicPr/>
          <p:nvPr/>
        </p:nvPicPr>
        <p:blipFill>
          <a:blip r:embed="rId3"/>
          <a:stretch>
            <a:fillRect/>
          </a:stretch>
        </p:blipFill>
        <p:spPr>
          <a:xfrm>
            <a:off x="3137400" y="888480"/>
            <a:ext cx="3343320" cy="267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4" name="Picture 143"/>
          <p:cNvPicPr/>
          <p:nvPr/>
        </p:nvPicPr>
        <p:blipFill>
          <a:blip r:embed="rId4"/>
          <a:stretch>
            <a:fillRect/>
          </a:stretch>
        </p:blipFill>
        <p:spPr>
          <a:xfrm>
            <a:off x="7643160" y="978480"/>
            <a:ext cx="2415240" cy="199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5" name="Picture 144"/>
          <p:cNvPicPr/>
          <p:nvPr/>
        </p:nvPicPr>
        <p:blipFill>
          <a:blip r:embed="rId5"/>
          <a:stretch>
            <a:fillRect/>
          </a:stretch>
        </p:blipFill>
        <p:spPr>
          <a:xfrm>
            <a:off x="7610400" y="3657600"/>
            <a:ext cx="3086640" cy="22860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Rectangles 145"/>
          <p:cNvSpPr/>
          <p:nvPr/>
        </p:nvSpPr>
        <p:spPr>
          <a:xfrm>
            <a:off x="720" y="4800600"/>
            <a:ext cx="388548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SimSun" panose="02010600030101010101" pitchFamily="2" charset="-122"/>
              </a:rPr>
              <a:t>ERODE_MULT =3 THRESHOLDING=0.004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47" name="Rectangles 146"/>
          <p:cNvSpPr/>
          <p:nvPr/>
        </p:nvSpPr>
        <p:spPr>
          <a:xfrm>
            <a:off x="720" y="2562120"/>
            <a:ext cx="388548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F0000"/>
                </a:solidFill>
                <a:effectLst/>
                <a:uFillTx/>
                <a:latin typeface="Arial" panose="020B0604020202020204"/>
                <a:ea typeface="SimSun" panose="02010600030101010101" pitchFamily="2" charset="-122"/>
              </a:rPr>
              <a:t>ERODE_MULT =2 THRESHOLDING=0.002</a:t>
            </a:r>
            <a:endParaRPr lang="en-US" sz="1800" b="0" u="none" strike="noStrike">
              <a:solidFill>
                <a:srgbClr val="FF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48" name="Rectangles 147"/>
          <p:cNvSpPr/>
          <p:nvPr/>
        </p:nvSpPr>
        <p:spPr>
          <a:xfrm>
            <a:off x="720" y="0"/>
            <a:ext cx="388548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SimSun" panose="02010600030101010101" pitchFamily="2" charset="-122"/>
              </a:rPr>
              <a:t>ERODE_MULT =2 THRESHOLDING=0.001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49" name="PlaceHolder 3"/>
          <p:cNvSpPr txBox="1"/>
          <p:nvPr/>
        </p:nvSpPr>
        <p:spPr>
          <a:xfrm>
            <a:off x="4767480" y="110160"/>
            <a:ext cx="2133000" cy="58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IMAGE 4H 2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pic>
        <p:nvPicPr>
          <p:cNvPr id="150" name="Picture 149"/>
          <p:cNvPicPr/>
          <p:nvPr/>
        </p:nvPicPr>
        <p:blipFill>
          <a:blip r:embed="rId1"/>
          <a:stretch>
            <a:fillRect/>
          </a:stretch>
        </p:blipFill>
        <p:spPr>
          <a:xfrm>
            <a:off x="457200" y="697680"/>
            <a:ext cx="2100240" cy="181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1" name="Picture 150"/>
          <p:cNvPicPr/>
          <p:nvPr/>
        </p:nvPicPr>
        <p:blipFill>
          <a:blip r:embed="rId2"/>
          <a:stretch>
            <a:fillRect/>
          </a:stretch>
        </p:blipFill>
        <p:spPr>
          <a:xfrm>
            <a:off x="428760" y="3200400"/>
            <a:ext cx="2085840" cy="1702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2" name="Picture 151"/>
          <p:cNvPicPr/>
          <p:nvPr/>
        </p:nvPicPr>
        <p:blipFill>
          <a:blip r:embed="rId3"/>
          <a:stretch>
            <a:fillRect/>
          </a:stretch>
        </p:blipFill>
        <p:spPr>
          <a:xfrm>
            <a:off x="457200" y="5438880"/>
            <a:ext cx="2593440" cy="2007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3" name="Picture 152"/>
          <p:cNvPicPr/>
          <p:nvPr/>
        </p:nvPicPr>
        <p:blipFill>
          <a:blip r:embed="rId4"/>
          <a:stretch>
            <a:fillRect/>
          </a:stretch>
        </p:blipFill>
        <p:spPr>
          <a:xfrm>
            <a:off x="5687640" y="1033200"/>
            <a:ext cx="6428160" cy="523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4" name="Right Arrow 153"/>
          <p:cNvSpPr/>
          <p:nvPr/>
        </p:nvSpPr>
        <p:spPr>
          <a:xfrm rot="780000">
            <a:off x="2412365" y="4131310"/>
            <a:ext cx="5317490" cy="1113155"/>
          </a:xfrm>
          <a:prstGeom prst="rightArrow">
            <a:avLst>
              <a:gd name="adj1" fmla="val 50000"/>
              <a:gd name="adj2" fmla="val 81260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  <a:ea typeface="SimSun" panose="02010600030101010101" pitchFamily="2" charset="-122"/>
            </a:endParaRPr>
          </a:p>
        </p:txBody>
      </p:sp>
      <p:pic>
        <p:nvPicPr>
          <p:cNvPr id="155" name="Picture 154"/>
          <p:cNvPicPr/>
          <p:nvPr/>
        </p:nvPicPr>
        <p:blipFill>
          <a:blip r:embed="rId5"/>
          <a:stretch>
            <a:fillRect/>
          </a:stretch>
        </p:blipFill>
        <p:spPr>
          <a:xfrm>
            <a:off x="3200400" y="2971080"/>
            <a:ext cx="1323000" cy="1829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6" name="Picture 155"/>
          <p:cNvPicPr/>
          <p:nvPr/>
        </p:nvPicPr>
        <p:blipFill>
          <a:blip r:embed="rId6"/>
          <a:stretch>
            <a:fillRect/>
          </a:stretch>
        </p:blipFill>
        <p:spPr>
          <a:xfrm>
            <a:off x="3666240" y="1096920"/>
            <a:ext cx="1820160" cy="1874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7" name="Picture 156"/>
          <p:cNvPicPr/>
          <p:nvPr/>
        </p:nvPicPr>
        <p:blipFill>
          <a:blip r:embed="rId7"/>
          <a:stretch>
            <a:fillRect/>
          </a:stretch>
        </p:blipFill>
        <p:spPr>
          <a:xfrm>
            <a:off x="3328200" y="4800600"/>
            <a:ext cx="2158200" cy="12938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1_Green Color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9900"/>
      </a:accent1>
      <a:accent2>
        <a:srgbClr val="99CC00"/>
      </a:accent2>
      <a:accent3>
        <a:srgbClr val="FFFFFF"/>
      </a:accent3>
      <a:accent4>
        <a:srgbClr val="000000"/>
      </a:accent4>
      <a:accent5>
        <a:srgbClr val="AACAAA"/>
      </a:accent5>
      <a:accent6>
        <a:srgbClr val="8AB900"/>
      </a:accent6>
      <a:hlink>
        <a:srgbClr val="002060"/>
      </a:hlink>
      <a:folHlink>
        <a:srgbClr val="996600"/>
      </a:folHlink>
    </a:clrScheme>
    <a:fontScheme name="Green Color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651</Words>
  <Application>WPS Presentation</Application>
  <PresentationFormat/>
  <Paragraphs>72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5" baseType="lpstr">
      <vt:lpstr>Arial</vt:lpstr>
      <vt:lpstr>SimSun</vt:lpstr>
      <vt:lpstr>Wingdings</vt:lpstr>
      <vt:lpstr>Arial</vt:lpstr>
      <vt:lpstr>Symbol</vt:lpstr>
      <vt:lpstr>OpenSymbol</vt:lpstr>
      <vt:lpstr>Times New Roman</vt:lpstr>
      <vt:lpstr>Microsoft YaHei</vt:lpstr>
      <vt:lpstr>Arial Unicode MS</vt:lpstr>
      <vt:lpstr>Calibri</vt:lpstr>
      <vt:lpstr>1_Green Color</vt:lpstr>
      <vt:lpstr>PowerPoint 演示文稿</vt:lpstr>
      <vt:lpstr>PLOTS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TUNING OF PARAMETERS</vt:lpstr>
      <vt:lpstr>IMAGE L3 1</vt:lpstr>
      <vt:lpstr>IMAGE L3 1</vt:lpstr>
      <vt:lpstr>IMAGE L3 1</vt:lpstr>
      <vt:lpstr>PowerPoint 演示文稿</vt:lpstr>
      <vt:lpstr>IMAGE 4H 2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Nahuel-Hernan Ramos</dc:creator>
  <cp:lastModifiedBy>nahue</cp:lastModifiedBy>
  <cp:revision>925</cp:revision>
  <dcterms:created xsi:type="dcterms:W3CDTF">2024-11-18T13:41:00Z</dcterms:created>
  <dcterms:modified xsi:type="dcterms:W3CDTF">2026-01-14T12:02:29Z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7AA9711938614CEA9C52D6DA667AB3C2_13</vt:lpwstr>
  </property>
  <property fmtid="{D5CDD505-2E9C-101B-9397-08002B2CF9AE}" pid="3" name="KSOProductBuildVer">
    <vt:lpwstr>2057-12.9.0.21549</vt:lpwstr>
  </property>
  <property fmtid="{D5CDD505-2E9C-101B-9397-08002B2CF9AE}" pid="4" name="PresentationFormat">
    <vt:lpwstr>Panorámica</vt:lpwstr>
  </property>
  <property fmtid="{D5CDD505-2E9C-101B-9397-08002B2CF9AE}" pid="5" name="Slides">
    <vt:i4>21</vt:i4>
  </property>
</Properties>
</file>